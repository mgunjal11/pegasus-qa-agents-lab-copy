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89920" y="5029200"/>
            <a:ext cx="1828800" cy="1828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C000"/>
                </a:solidFill>
                <a:latin typeface="Calibri"/>
              </a:defRPr>
            </a:pPr>
            <a:r>
              <a:t>Business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MSC Dev Code and QA Test Coverage Validator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AI-driven release readiness · Jira + Confluence LADR (when linked) + GitHub + Excel test plan in one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Systems unified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Coverage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2–5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Minutes per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5984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verdict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44768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Pegasus QA Agents Lab · May 2026 · github.com/mgunjal11/pegasus-qa-agents-lab · Developed by Mayur Gunjal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5E4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4416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258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61848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Value at a glance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75688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85416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16712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59736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Fragmented release signals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16936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26664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0837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300984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Cursor subagent +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58184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849624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HTML report deep-dive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42232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8 sections · info icons · traceability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99432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69087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98348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Setup · scripts · permissions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40680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5504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532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Proven outcomes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8247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MSC case studies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1097280"/>
            <a:ext cx="5212080" cy="50292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12801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000"/>
                </a:solidFill>
                <a:latin typeface="Calibri"/>
              </a:defRPr>
            </a:pPr>
            <a:r>
              <a:t>What you get in one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1691640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Jira story + AC + LADR links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8778240" y="235000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58000" y="2404872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Confluence LADR requirements (when linked)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8778240" y="3063240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0" y="3118104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Linked PR + CI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778240" y="3776472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0" y="3831336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Excel test plan (Jira attachment)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8778240" y="4489704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58000" y="4544568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readiness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One automated readiness view before every MSC release sign-off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5720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Jira, GitHub, Excel test plans, and Confluence LADR (when linked) live in silos — release reviews lack one evidence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34440"/>
            <a:ext cx="3611880" cy="45720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Cursor subagent correlates Jira AC + Confluence LADR requirements → code → dev tests → QA plan →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611880" cy="457200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Leadership opens a timestamped HTML report with 8 quantified metrics and clear QA handoff.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2697480" cy="14173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5E4F"/>
                </a:solidFill>
                <a:latin typeface="Calibri"/>
              </a:defRPr>
            </a:pPr>
            <a:r>
              <a:t>~35–40%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5E4F"/>
                </a:solidFill>
                <a:latin typeface="Calibri"/>
              </a:defRPr>
            </a:pPr>
            <a:r>
              <a:t>Faster triage vs manual 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5E4F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3520440"/>
            <a:ext cx="2697480" cy="14173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7288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AC-to-evidence mapping per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4066C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3520440"/>
            <a:ext cx="26974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216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49A00"/>
                </a:solidFill>
                <a:latin typeface="Calibri"/>
              </a:defRPr>
            </a:pPr>
            <a:r>
              <a:t>Pass / Gaps / 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49A00"/>
                </a:solidFill>
                <a:latin typeface="Calibri"/>
              </a:defRPr>
            </a:pPr>
            <a:r>
              <a:t>Explicit release verdict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49A00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3520440"/>
            <a:ext cx="2697480" cy="14173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3144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Audit-ready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Shareable HTML artifact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16A34A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66360"/>
            <a:ext cx="11155680" cy="77724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28523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4066C"/>
                </a:solidFill>
                <a:latin typeface="Calibri"/>
              </a:defRPr>
            </a:pPr>
            <a:r>
              <a:t>"We no longer ask five people whether the PR, unit tests, Jira test plan, and LADR design doc align — the validator answers that in one report." — MSC QA lead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Why fragmented Jira · GitHub · Excel test plans · Confluence LADR blocks confident releases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The challenge — four silos, zero single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Manual traceability before release is slow, inconsistent, and error-prone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2697480" cy="29260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7320" y="160020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Acceptance criteria,</a:t>
            </a:r>
          </a:p>
          <a:p>
            <a:r>
              <a:t>story status, attachments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325880"/>
            <a:ext cx="2697480" cy="292608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51960" y="160020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PR diffs, checks,</a:t>
            </a:r>
          </a:p>
          <a:p>
            <a:r>
              <a:t>unit/integration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325880"/>
            <a:ext cx="2697480" cy="292608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86600" y="160020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XL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Excel 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·</a:t>
            </a:r>
          </a:p>
          <a:p>
            <a:r>
              <a:t>Given/When/Then · Mascot or IDs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1325880"/>
            <a:ext cx="2697480" cy="2926080"/>
          </a:xfrm>
          <a:prstGeom prst="roundRect">
            <a:avLst/>
          </a:prstGeom>
          <a:solidFill>
            <a:srgbClr val="CCFBF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21240" y="1600200"/>
            <a:ext cx="868680" cy="86868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Confluence LADR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Design requirements</a:t>
            </a:r>
          </a:p>
          <a:p>
            <a:r>
              <a:t>when linked from Jira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Duplicate QA/dev effort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47288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Missed E2E handoffs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0216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No LADR ↔ test plan traceability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53144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Weak AC ↔ evidence mapping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57800"/>
            <a:ext cx="11155680" cy="6858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3949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→  MSC Dev Code and QA Test Coverage Validator unifies all four silos into one HTML readiness report with numbered recommended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Idea Generation — Cursor AI subagent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Completed · Pegasus QA Agents Lab · Gen AI transformation journey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Fragmented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Problem Statement: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AC in Jira, code in GitHub, Excel test plans, and Confluence LADR — four silos, no single view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Release reviews depend on tribal knowledge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Manual traceability is slow before sign-off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875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0886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88970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234440"/>
            <a:ext cx="3611880" cy="438912"/>
          </a:xfrm>
          <a:prstGeom prst="roundRect">
            <a:avLst/>
          </a:prstGeom>
          <a:solidFill>
            <a:srgbClr val="FFC00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Unified validator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Solution: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/msc-dev-code-and-qa-test-coverage-validator {KEY}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One batch: Jira + Confluence LADR (if linked) + PR(s) + Excel test plan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Maps Jira AC + LADR L1…Ln → test cases → code → dev tests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HTML report + LADR traceability table + Pass / Pass with gaps / Fail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4179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190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2018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9016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Leadership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38744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8 quantified metric cards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 vs QA ownership made explicit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Mascot + Given/When/Then test-plan validation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Audit-friendly downloadable artifact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Developed by Mayur Gunjal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484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495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15066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Cursor subagent · automated workflow · solution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Who uses it — four personas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Same command, role-specific value from one HTML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43891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7320" y="150876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QA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Pre-release 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In QA / Ready for Release 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QA scope %, test plan gaps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280160"/>
            <a:ext cx="2697480" cy="43891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70248" y="150876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Merge confidence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Dev-owned AC + unit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Code %, dev test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280160"/>
            <a:ext cx="2697480" cy="43891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3176" y="150876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Release Mgr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Go/no-go snapshot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Verdict + open gaps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8 cards, recommended actions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1280160"/>
            <a:ext cx="2697480" cy="43891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76104" y="1508760"/>
            <a:ext cx="868680" cy="8686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Test Designer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Plan alignment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Excel plan vs Jira 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Given/When/Then quality, Mascot links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5806440"/>
            <a:ext cx="7589520" cy="457200"/>
          </a:xfrm>
          <a:prstGeom prst="roundRect">
            <a:avLst/>
          </a:prstGeom>
          <a:solidFill>
            <a:srgbClr val="1A1A1A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23160" y="5870448"/>
            <a:ext cx="7315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C000"/>
                </a:solidFill>
                <a:latin typeface="Consolas"/>
              </a:defRPr>
            </a:pPr>
            <a:r>
              <a:t>/msc-dev-code-and-qa-test-coverage-validator MSC-205625   ·   --from-cache --auto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Automated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End-to-end in ~2–5 minutes · Jira MCP + Confluence LADR + cached GitHub prefetch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Story, AC,</a:t>
            </a:r>
          </a:p>
          <a:p>
            <a:r>
              <a:t>attachments, LADR</a:t>
            </a:r>
          </a:p>
          <a:p>
            <a:r>
              <a:t>wiki links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39696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67712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04872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9152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getConfluencePage</a:t>
            </a:r>
          </a:p>
          <a:p>
            <a:r>
              <a:t>LADR requirements</a:t>
            </a:r>
          </a:p>
          <a:p>
            <a:r>
              <a:t>L1…Ln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87368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15384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4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5384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6824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Excel xlsx,</a:t>
            </a:r>
          </a:p>
          <a:p>
            <a:r>
              <a:t>Given/When/Then,</a:t>
            </a:r>
          </a:p>
          <a:p>
            <a:r>
              <a:t>semantic map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35040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63056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0216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63056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4496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PR diff,</a:t>
            </a:r>
          </a:p>
          <a:p>
            <a:r>
              <a:t>checks, CI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82712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10728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0728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2168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R1…Rn +</a:t>
            </a:r>
          </a:p>
          <a:p>
            <a:r>
              <a:t>LADR → TCs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930384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9556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HTML + tooltips</a:t>
            </a:r>
          </a:p>
          <a:p>
            <a:r>
              <a:t>+ footer credit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886200"/>
            <a:ext cx="11155680" cy="105156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02336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Performance: reports/.cache/ stores Jira, Confluence LADR, test plan, and GitHub prefetch — reuse with --from-cache --auto. When Jira comments reference LADR or wiki URLs, fetch_confluence_requirements.py (or getConfluencePage MCP) merges Confluence LADR requirements with Jira AC before test plan scoring.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166360"/>
            <a:ext cx="3611880" cy="6400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6A34A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7680" y="5166360"/>
            <a:ext cx="3611880" cy="6400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166360"/>
            <a:ext cx="3611880" cy="6400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Fail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Cursor IDE · Atlassian MCP · GitHub CLI · Python scripts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606040"/>
            <a:ext cx="3017520" cy="1371600"/>
          </a:xfrm>
          <a:prstGeom prst="roundRect">
            <a:avLst/>
          </a:prstGeom>
          <a:solidFill>
            <a:srgbClr val="FF5E4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Coverage</a:t>
            </a:r>
          </a:p>
          <a:p>
            <a:r>
              <a:t>Validator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Jira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getJiraIssue</a:t>
            </a:r>
          </a:p>
          <a:p>
            <a:r>
              <a:t>remote links</a:t>
            </a:r>
          </a:p>
          <a:p>
            <a:r>
              <a:t>LADR detection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83080" y="2907792"/>
            <a:ext cx="429768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3268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prefetch PR</a:t>
            </a:r>
          </a:p>
          <a:p>
            <a:r>
              <a:t>checks · diff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080760" y="2907792"/>
            <a:ext cx="438912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getConfluencePage</a:t>
            </a:r>
          </a:p>
          <a:p>
            <a:r>
              <a:t>fetch_confluence_</a:t>
            </a:r>
          </a:p>
          <a:p>
            <a:r>
              <a:t>requirements.py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783080" y="3246120"/>
            <a:ext cx="429768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268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reports/</a:t>
            </a:r>
          </a:p>
          <a:p>
            <a:r>
              <a:t>{KEY}-…-IST.html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6080760" y="3246120"/>
            <a:ext cx="438912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8978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Skill: .cursor/skills/msc-dev-code-and-qa-test-coverage-validator/  ·  fetch_jira_testplan.py merges Confluence LADR + Excel attachment  ·  Command: /msc-dev-code-and-qa-test-coverage-validator  ·  Developed by Mayur Gunjal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Eight sections · info icons · metrics · traceability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HTML report — 8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reports/{KEY}-{date}-{time}-{TZ}.html  ·  hover i icons for context  ·  browser-ready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8 metric cards + i tooltips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PR · Repo · State · Title · Dev tests ·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1696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Excel attachment · GWT · Mascot or IDs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61704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Dev vs 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1432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Ownership split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Row-per-AC matrix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55848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65576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Impl.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5576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Gaps · strengths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11696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Assumptions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8504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Scope notes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61704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71432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64624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1432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Numbered to-dos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160520"/>
            <a:ext cx="11155680" cy="50292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425196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MSC-205625  ·  Verdict: Pass with gaps  ·  Generated 05-29-2026 12:43 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Report UX — info icons &amp; tooltips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apply_report_ui_enhancements() runs automatically before every HTML write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86400" cy="38404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Where the i icon 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Header verdict (Pass / Pass with gaps / Fail)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section titles + 3 summary group titles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15184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Coverage summary metric cards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54096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Linked PR(s) — 6 column headers (PR, Repo, State, Title, Dev tests, CI status)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93008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Test plan + traceability table headers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3192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Dev vs QA cards · Implementation review panels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234440"/>
            <a:ext cx="5394960" cy="384048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Tooltip layout v5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737360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overflow: visible on sections, tables, and headers — no clipped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76272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Default columns: tooltip opens left from the icon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615184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Last two table columns (Dev tests, CI status): anchor to &lt;th&gt; right 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054096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Section headings: tooltip aligns right of the icon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493008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Pointer cursor (not ? help cursor) on hover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34840"/>
            <a:ext cx="11155680" cy="347472"/>
          </a:xfrm>
          <a:prstGeom prst="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§2 Linked PR(s) — six columns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PR 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6220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Repo 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148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State 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Title 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4004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tests 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9932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status 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02352"/>
            <a:ext cx="111556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#161  ·  wbd-msc/pegasus-pick-genie  ·  MERGED  ·  passport fix  ·  TestDominoPassportRouting  ·  Passed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155680" cy="4114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68756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  <a:latin typeface="Calibri"/>
              </a:defRPr>
            </a:pPr>
            <a:r>
              <a:t>Generated by msc-dev-code-and-qa-test-coverage-validator · Developed by Mayur Gunjal  (MSC-205625-05-29-2026-12-43-49-IST.html)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§1 Coverage summary — 8 metric cards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Color thresholds: Green ≥85%  ·  Amber 70–84.9%  ·  Red &lt;70%  ·  Gray 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Implementation &amp;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6616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4/4 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Req mapped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QA &amp; release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64592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2606040"/>
            <a:ext cx="3429000" cy="86868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 item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QA remaining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56616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2 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CI pipeline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Line cov.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80" y="260604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94.5%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Branch cov.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349240"/>
            <a:ext cx="1234440" cy="36576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6A34A"/>
                </a:solidFill>
                <a:latin typeface="Calibri"/>
              </a:defRPr>
            </a:pPr>
            <a:r>
              <a:t>≥85%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20240" y="5349240"/>
            <a:ext cx="1234440" cy="36576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97706"/>
                </a:solidFill>
                <a:latin typeface="Calibri"/>
              </a:defRPr>
            </a:pPr>
            <a:r>
              <a:t>70–84%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37560" y="5349240"/>
            <a:ext cx="1234440" cy="36576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&lt;70%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54880" y="5349240"/>
            <a:ext cx="1234440" cy="36576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Requirement traceability chart — Jira · Code · Test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MSC-205625 · Domino · Inc as Fulll · 5/5 GWT · 3/4 AC · PR #161 pick-genie · MERGED · CI Passed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3977639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Requirement (Jira story)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3711" y="1234440"/>
            <a:ext cx="370332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Code coverage (linked PR)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30183" y="1234440"/>
            <a:ext cx="361188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Test plan (Jira Excel attachment)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7335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72821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R1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Content passport retained in cumulative output manifestation for PFT Clear incremental-as-full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1" y="167335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3" y="172821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 #161 · passport_manager.py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0183" y="167335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3335" y="172821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Mascot evidence linked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3347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68833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R2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When metadata-update becomes full fulfillment, pack passport must be delivered for increment…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53711" y="263347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6863" y="268833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Dev tests: Partial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PriorFulfilledManifestRecord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0183" y="2633472"/>
            <a:ext cx="3611880" cy="960120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03335" y="268833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TC1, TC4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Aligns with PR behavior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9359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364845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R3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Pick-genie must not drop passport re-fetch when workflow resolves fulfillmentType full (PFT 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53711" y="359359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3" y="364845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TestDominoPassportRouting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30183" y="359359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03335" y="364845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Incremental-as-full scenarios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5371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460857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R4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Fix validated in SIT with Edit ID 37ea180e-77cc-413f-95cf-9dfcebf08cd2 and provided Mascot e…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53711" y="455371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6863" y="460857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Dev tests: Missing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QA Manual — SIT validation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30183" y="4553712"/>
            <a:ext cx="3611880" cy="96012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3335" y="460857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No mapped test case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Gap: missing Edit ID scenario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Then steps lack passport assertion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62356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Left: acceptance criteria extracted from Jira description · Middle: production code + dev unit/integration tests from PR diff · Right: scenarios parsed from the Excel test plan file attached to the Jira ticket (not a separate tool — the workbook in Jira attachments).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Confluence LADR requirements from Jira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When a LADR doc is linked on the story, the agent fetches Confluence and merges LADR requirements with Jira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520440" cy="38404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 from Jira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Comment or description mentions LADR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Confluence wiki URL (atlassian.net/wiki/…/pages/{id})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Linked design doc referenced in dev/QA comments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63824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Test plan scenarios trace to LADR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34440"/>
            <a:ext cx="3520440" cy="384048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Agent fetch (one batch)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37360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1. getConfluencePage (Atlassian MCP)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212848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2. python scripts/fetch_confluence_requirements.py {KEY}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688336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3. Parse LADR requirement items from page body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163824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4. Write reports/.cache/{KEY}-confluence.json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234440"/>
            <a:ext cx="3657600" cy="384048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Merged requirement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37360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Jira AC → R1, R2, R3…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212848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Confluence LADR → L1…Ln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688336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Test cases map to R* and L* (semantic match)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163824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Report §3: LADR ↔ test case traceability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3639312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Test plan AC coverage % uses combined 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794760"/>
            <a:ext cx="111556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3192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Example — MSC-204417: Jira references a LADR doc; agent fetches Confluence LADR requirements and merges with Promo Caption Monitoring test plan (12 scenarios, Caption Monitoring · 12/12 GWT). Report MSC-204417-05-31-2026-10-19-28-IST.html: 100% dev code · 94.1% test plan AC · 16/17 AC mapped · Pass with gaps. Generic LADR parsing — not limited to one domain.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49240"/>
            <a:ext cx="11155680" cy="347472"/>
          </a:xfrm>
          <a:prstGeom prst="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Any LADR-linked story — design requirements become testable L* items for coverage scoring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Wiki URL or LADR comment on Jira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Confluence page body → requirement list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8076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Merged with Jira AC + Excel test plan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968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LADR ↔ test case table + gap list for unmapped L*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§3 Test plan validation — Jira Excel + LADR alignment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Confluence LADR requirements when linked · Excel attachment · Given/When/Then · 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430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Confluence LADR (from Jira)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9047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If story comments or description reference LADR or wiki URLs, agent fetches Confluence via MCP or fetch_confluence_requirements.py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LADR requirements L1…Ln · cache {KEY}-confluence.json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47672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4767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LADR ↔ test plan traceability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95144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Each L1…Ln requirement tied to Excel test case IDs in report §3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084832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13/14 LADR mapped · MSC-204417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52344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752344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Domino Excel test plan (Jira attachment)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9981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or local testplans/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889504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fetch_jira_testplan.py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557016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5701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Given / When / Then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0448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Content-based Given/When/Then scoring (not column-name only)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694176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12/12 GWT · MSC-204417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361688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361688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LADR + Jira AC mapping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70916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Semantic match of test cases to Jira AC and Confluence LADR requirements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498848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94.1% · MSC-204417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6636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1663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Evidence (Mascot or IDs)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51383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Mascot fulfillment URLs when present; else Edit ID, Job ID, Media Request, or UUID from plan or mapped Jira AC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530352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Mascot links · MSC-205625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5349240"/>
            <a:ext cx="5440680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Scenario examples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5742432"/>
            <a:ext cx="5440680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MSC-204417 · LADR requirements · 94.1% test plan AC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6089904"/>
            <a:ext cx="5440680" cy="320040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MSC-205625 · Inc as Fulll · 75% test plan AC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6437376"/>
            <a:ext cx="5440680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MSC-195138 · FF Race · 66.7% test plan AC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§4–§5 Dev vs QA ownership &amp; traceability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No ambiguity on what QA must still run in SIT/UAT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394960" cy="448056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Development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Unit / integration tests in 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File + test name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Dev-owned AC marked Covered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SonarQube CI — 95.3% line (PR #161)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80160"/>
            <a:ext cx="5394960" cy="448056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5E4F"/>
                </a:solidFill>
                <a:latin typeface="Calibri"/>
              </a:defRPr>
            </a:pPr>
            <a:r>
              <a:t>QA handoff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Monitor E2E scenarios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Manual SIT / UAT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Regression for related bugs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Mascot-linked validation runs</a:t>
            </a:r>
          </a:p>
        </p:txBody>
      </p:sp>
      <p:sp>
        <p:nvSpPr>
          <p:cNvPr id="20" name="Oval 19"/>
          <p:cNvSpPr/>
          <p:nvPr/>
        </p:nvSpPr>
        <p:spPr>
          <a:xfrm>
            <a:off x="5623560" y="3200400"/>
            <a:ext cx="914400" cy="9144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4066C"/>
                </a:solidFill>
              </a:defRPr>
            </a:pPr>
            <a:r>
              <a:t>AC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One-time setup · scripts · cache · permissions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Enablement — one-time setup (~10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Clone lab → MCP → gh → permissions → optional .env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Clone pegasus-qa-agents-lab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cursor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pip install -r requirements.txt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Python 3.10+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9456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Atlassian MCP 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wbdstreaming.atlassian.net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gh auth login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GitHub PR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15468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install_coverage_validator_permissions.py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Auto-run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936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.env + validator.defaults.json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Test plan download + repo defaults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6052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Scripts (batched — no manual gh per run):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fetch_confluence_requirements.py  ·  fetch_jira_testplan.py  ·  prefetch_coverage_inputs.py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apply_report_ui_enhancements()  ·  Cache: reports/.cache/{KEY}-*.json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sync_pegasus_qa_agents_lab.py → push to github.com/mgunjal11/pegasus-qa-agents-lab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MSC case studies · latest report matrix · real coverage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Latest report matrix — 8-card coverage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From generated HTML reports · MSC-205625 · MSC-204417 · MSC-195138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174244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196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148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Req mapped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6100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0052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QA scope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4004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7956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908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A1A1A"/>
                </a:solidFill>
                <a:latin typeface="Calibri"/>
              </a:defRPr>
            </a:pPr>
            <a:r>
              <a:t>MSC-205625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4244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8196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148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4/4 AC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6100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0052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1 item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4004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 Med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7956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1908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4244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8196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2148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16/17 AC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6100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0052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 items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4004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 High · 2 Med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7956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1908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A1A1A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4244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196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2148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2/3 AC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6100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0052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3 items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4004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1 High · 3 Med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7956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41908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2788920"/>
            <a:ext cx="11155680" cy="32004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Report artifacts (latest)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182112"/>
            <a:ext cx="11155680" cy="310896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MSC-205625 · MSC-205625-05-29-2026-12-43-49-IST.html · 05-29-2026 12:43 IST · PR #161 pick-genie · MERGED · CI Passed · Domino · Inc as Fulll · 5/5 GWT · 3/4 AC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529584"/>
            <a:ext cx="11155680" cy="310896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MSC-204417 · MSC-204417-05-31-2026-10-19-28-IST.html · 05-31-2026 10:19 IST · No PR · develop branch · Caption Monitoring · 12/12 GWT · Confluence LADR requirements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877056"/>
            <a:ext cx="11155680" cy="310896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MSC-195138 · MSC-195138-05-27-2026-17-57-12-IST.html · 05-27-2026 17:57 IST · PRs #22 + #75 · MERGED · FF Race · 11/11 GWT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43400"/>
            <a:ext cx="5394960" cy="32004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MSC-204417 — sample §1 cards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4709160"/>
            <a:ext cx="1261872" cy="7772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6072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856232" y="4709160"/>
            <a:ext cx="1261872" cy="7772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47672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9384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9544" y="4709160"/>
            <a:ext cx="1261872" cy="7772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00984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82696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62856" y="4709160"/>
            <a:ext cx="1261872" cy="77724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54296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36008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80760" y="4343400"/>
            <a:ext cx="5577840" cy="32004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MSC-205625 — sample §1 cards (PR + CI)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80760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72200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53912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34072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25512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07224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787384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78824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60536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140696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32136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13848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CI line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Proven MSC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Latest HTML reports — see full 8-card matrix on prior slide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04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MSC-205625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Bug · Ready for Release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04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PR #161 pick-genie · MERGED · CI Passed · 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In QA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037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4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Confluence LADR requirements · No PR · dev…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Done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PRs #22 + #75 · MERGED · FF Race · 11/11 G…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  <a:latin typeface="Calibri"/>
              </a:defRPr>
            </a:pPr>
            <a:r>
              <a:t>It's time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9748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C000"/>
                </a:solidFill>
                <a:latin typeface="Calibri"/>
              </a:defRPr>
            </a:pPr>
            <a:r>
              <a:t>Outcreate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FDBFE"/>
                </a:solidFill>
                <a:latin typeface="Consolas"/>
              </a:defRPr>
            </a:pPr>
            <a:r>
              <a:t>/msc-dev-code-and-qa-test-coverage-validator {YOUR-MSC-KEY}  ·  Developed by Mayur Gunjal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