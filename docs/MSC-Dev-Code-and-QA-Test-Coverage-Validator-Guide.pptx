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GitHub + Excel test plan attachment in one evidence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82880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Jira story + AC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48716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69748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35584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56616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422452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443484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and attached Excel test plans live in silos — release reviews lack a single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AC → code → dev tests → QA plan → verdict in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and Jira test plan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three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352044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024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25880"/>
            <a:ext cx="352044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325880"/>
            <a:ext cx="352044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0976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links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Tribal release knowledge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test-plan ↔ AC mapping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three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test plans in Jira Excel attachments —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PR(s) + Excel test plan attachment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AC → code → dev tests → QA scope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test-plan validation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Given/When/Then quality, Mascot links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single MCP batch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1401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417320"/>
            <a:ext cx="196596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063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xlsx (Jira),</a:t>
            </a:r>
          </a:p>
          <a:p>
            <a:r>
              <a:t>Given/When/Then, Mascot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63600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55464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6904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5800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77456" y="1417320"/>
            <a:ext cx="196596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146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7456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</a:t>
            </a:r>
          </a:p>
          <a:p>
            <a:r>
              <a:t>scoring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7999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9448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3660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9448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90888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 tooltips</a:t>
            </a:r>
          </a:p>
          <a:p>
            <a:r>
              <a:t>+ footer credit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test plan, and GitHub prefetch — reuse with --from-cache --auto. Final HTML pass runs apply_report_ui_enhancements(): info-icon tooltips on every section, tooltip layout v5 (Dev tests / CI status columns), and footer credit (Developed by Mayur Gunjal).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fetch_jira_</a:t>
            </a:r>
          </a:p>
          <a:p>
            <a:r>
              <a:t>testplan.py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.cursor/skills/msc-dev-code-and-qa-test-coverage-validator/  ·  Agent: msc-dev-code-and-qa-test-coverage-validator  ·  Command: /msc-dev-code-and-qa-test-coverage-validator  ·  Developed by Mayur Gunjal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hover i icons for context  ·  browser-ready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 + i tooltips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 · Repo · State · Title · Dev tests ·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Excel attachment · GWT · Mascot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05-29-2026 12:43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Report UX — info icons &amp; tooltips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apply_report_ui_enhancements() runs automatically before every HTML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8640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Where the i icon 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Header verdict (Pass / Pass with gaps / Fail)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section titles + 3 summary group titles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Coverage summary metric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Linked PR(s) — 6 column headers (PR, Repo, State, Title, Dev tests, CI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Test plan + traceability table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Dev vs QA cards · Implementation review panels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9496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Tooltip layout v5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overflow: visible on sections, tables, and headers — no clipped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76272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Default columns: tooltip opens left from the icon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15184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Last two table columns (Dev tests, CI status): anchor to &lt;th&gt; right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540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Section headings: tooltip aligns right of the icon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93008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Pointer cursor (not ? help cursor) on hover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§2 Linked PR(s) — six columns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PR 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Repo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148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State 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Title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004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 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932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status 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02352"/>
            <a:ext cx="111556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#161  ·  wbd-msc/pegasus-pick-genie  ·  MERGED  ·  passport fix  ·  TestDominoPassportRouting  · 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155680" cy="4114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Generated by msc-dev-code-and-qa-test-coverage-validator · Developed by Mayur Gunjal  (MSC-205625-05-29-2026-12-43-49-IST.html)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Requirement traceability chart — Jira · Code ·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MSC-205625 · Domino Test Plan.xlsx · Inc as Fulll · 5/5 Given/When/Then · PR #161 pick-genie · MERGED · CI Passed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977639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Requirement (Jira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1" y="1234440"/>
            <a:ext cx="370332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Code coverage (linked PR)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0183" y="1234440"/>
            <a:ext cx="361188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 plan (Jira Excel attachment)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7335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2821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R1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Content passport retained in cumulative output manifestation for PFT Clear incremental-as-full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1" y="167335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3" y="172821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 #161 · passport_manager.py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0183" y="167335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5" y="172821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Mascot evidence linked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347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68833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R2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When metadata-update becomes full fulfillment, pack passport must be delivered for increment…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53711" y="263347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3" y="268833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Dev tests: Partial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PriorFulfilledManifestRecord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2633472"/>
            <a:ext cx="3611880" cy="96012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5" y="268833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TC1, TC4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Aligns with PR 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4845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R3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Pick-genie must not drop passport re-fetch when workflow resolves fulfillmentType full (PFT 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1" y="359359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3" y="364845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TestDominoPassportRouting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359359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5" y="364845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Incremental-as-full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71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460857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R4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Fix validated in SIT with Edit ID 37ea180e-77cc-413f-95cf-9dfcebf08cd2 and provided Mascot 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3711" y="455371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3" y="460857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Dev tests: Missing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QA Manual — SIT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0183" y="4553712"/>
            <a:ext cx="3611880" cy="96012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0857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No mapped test case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Gap: missing Edit ID scenario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Then steps lack passport assertion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Left: acceptance criteria extracted from Jira description · Middle: production code + dev unit/integration tests from PR diff · Right: scenarios parsed from the Excel test plan file attached to the Jira ticket (not a separate tool — the workbook in Jira attachments).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Jira Excel attachment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Parses Jira attachments · Section · Summary · Given/When/Then · Mascot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Excel test plan (Jira attachment)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3172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791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Given/When/Then scoring (not column-name 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46888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5/5 full Given/When/Then example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832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Mascot hyperlinks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Evidence column URLs rendered in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52044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Monitor E2E traceability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48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AC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8231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Test cases → R1…Rn with gap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7200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Uncovered AC highlighted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57200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937760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TC1–TC5 · Inc as Fulll · 5/5 Given/When/Then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5285232"/>
            <a:ext cx="5440680" cy="32004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R4 · Edit ID SIT scenario · Gap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SonarQube CI — 95.3% line (PR #161)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fetch_jira_testplan.py  ·  prefetch_coverage_inputs.py  ·  generate_coverage_validator_ppt.py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apply_report_ui_enhancements()  ·  Cache: reports/.cache/{KEY}-*.json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with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Real validator runs — Pegasus MSC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PR #161 · CI Passed · 5/5 GWT · R4 gap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12/12 Given/When/Then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Caption Monitoring · develop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FF Race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PRs #22 + #75 · 11/11 Given/When/Then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