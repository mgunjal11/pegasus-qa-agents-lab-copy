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5720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093208"/>
            <a:ext cx="24597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May 2026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441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184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75688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85416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16712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59736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16936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0837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00984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58184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8496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2232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99432"/>
            <a:ext cx="5669280" cy="713232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908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98348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0680"/>
            <a:ext cx="5669280" cy="713232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532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8247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7288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657600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78808"/>
            <a:ext cx="25511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53712"/>
            <a:ext cx="25511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LADR not tied to test plan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Confluence LADR requirements → code → dev tests → QA scope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test-plan validation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Given/When/Then quality, Mascot links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--from-cache --auto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End-to-end in ~2–5 minutes · Jira MCP + Confluence LADR + cached GitHub prefetch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Story, AC,</a:t>
            </a:r>
          </a:p>
          <a:p>
            <a:r>
              <a:t>attachments, LADR</a:t>
            </a:r>
          </a:p>
          <a:p>
            <a:r>
              <a:t>wiki links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getConfluencePage</a:t>
            </a:r>
          </a:p>
          <a:p>
            <a:r>
              <a:t>LADR requirements</a:t>
            </a:r>
          </a:p>
          <a:p>
            <a:r>
              <a:t>L1…Ln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xlsx,</a:t>
            </a:r>
          </a:p>
          <a:p>
            <a:r>
              <a:t>Given/When/Then,</a:t>
            </a:r>
          </a:p>
          <a:p>
            <a:r>
              <a:t>semantic map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 diff,</a:t>
            </a:r>
          </a:p>
          <a:p>
            <a:r>
              <a:t>checks, CI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14884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R1…Rn +</a:t>
            </a:r>
          </a:p>
          <a:p>
            <a:r>
              <a:t>LADR → TCs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14884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HTML + tooltips</a:t>
            </a:r>
          </a:p>
          <a:p>
            <a:r>
              <a:t>+ footer credit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Performance: reports/.cache/ stores Jira, Confluence LADR, test plan, and GitHub prefetch — reuse with --from-cache --auto. When Jira comments reference LADR or wiki URLs, fetch_confluence_requirements.py (or getConfluencePage MCP) merges Confluence LADR requirements with Jira AC before test plan scoring.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Cursor IDE · Atlassian MCP · GitHub CLI · Python scripts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06040"/>
            <a:ext cx="3017520" cy="1371600"/>
          </a:xfrm>
          <a:prstGeom prst="roundRect">
            <a:avLst/>
          </a:prstGeom>
          <a:solidFill>
            <a:srgbClr val="FF5E4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Coverage</a:t>
            </a:r>
          </a:p>
          <a:p>
            <a:r>
              <a:t>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Jira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getJiraIssue</a:t>
            </a:r>
          </a:p>
          <a:p>
            <a:r>
              <a:t>remote links</a:t>
            </a:r>
          </a:p>
          <a:p>
            <a:r>
              <a:t>LADR detection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07792"/>
            <a:ext cx="429768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326880" y="2286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prefetch PR</a:t>
            </a:r>
          </a:p>
          <a:p>
            <a:r>
              <a:t>checks · diff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080760" y="2907792"/>
            <a:ext cx="4389120" cy="338328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getConfluencePage</a:t>
            </a:r>
          </a:p>
          <a:p>
            <a:r>
              <a:t>fetch_confluence_</a:t>
            </a:r>
          </a:p>
          <a:p>
            <a:r>
              <a:t>requirements.py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83080" y="3246120"/>
            <a:ext cx="429768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4572000"/>
            <a:ext cx="2286000" cy="123444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066C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074920"/>
            <a:ext cx="2103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334155"/>
                </a:solidFill>
                <a:latin typeface="Calibri"/>
              </a:defRPr>
            </a:pPr>
            <a:r>
              <a:t>reports/</a:t>
            </a:r>
          </a:p>
          <a:p>
            <a:r>
              <a:t>{KEY}-…-IST.html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3246120"/>
            <a:ext cx="4389120" cy="1947672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8978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Skill: .cursor/skills/msc-dev-code-and-qa-test-coverage-validator/  ·  fetch_jira_testplan.py merges Confluence LADR + Excel attachment  ·  Command: /msc-dev-code-and-qa-test-coverage-validator  ·  Developed by Mayur Gunjal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HTML report — 8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reports/{KEY}-{date}-{time}-{TZ}.html  ·  hover i icons for context  ·  browser-ready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8 metric cards + i tooltips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PR · Repo · State · Title · Dev tests ·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Excel attachment · GWT · Mascot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1280160"/>
            <a:ext cx="2697480" cy="123444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1371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138988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Dev vs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19659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Ownership split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Row-per-AC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5576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Impl.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5576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Gaps · strengths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1696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Assumptions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Scope 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61704" y="2697480"/>
            <a:ext cx="2697480" cy="12344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71432" y="278892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5E4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2807208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1432" y="338328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Numbered to-dos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160520"/>
            <a:ext cx="11155680" cy="50292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251960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MSC-205625  ·  Verdict: Pass with gaps  ·  Generated 05-29-2026 12:43 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Report UX — info icons &amp; tooltips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apply_report_ui_enhancements() runs automatically before every HTML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8640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Where the i icon 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Header verdict (Pass / Pass with gaps / Fail)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section titles + 3 summary group titles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All 8 Coverage summary metric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Linked PR(s) — 6 column headers (PR, Repo, State, Title, Dev tests, CI status)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Test plan + traceability table headers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  Dev vs QA cards · Implementation review panels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9496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Tooltip layout v5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overflow: visible on sections, tables, and headers — no clipped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76272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Default columns: tooltip opens left from the icon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15184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Last two table columns (Dev tests, CI status): anchor to &lt;th&gt; right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54096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Section headings: tooltip aligns right of the icon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93008"/>
            <a:ext cx="5029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• Pointer cursor (not ? help cursor) on hover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§2 Linked PR(s) — six columns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PR 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Repo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148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State 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82312"/>
            <a:ext cx="1822704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Title 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004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 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9320" y="4782312"/>
            <a:ext cx="1822704" cy="32004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status 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02352"/>
            <a:ext cx="111556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#161  ·  wbd-msc/pegasus-pick-genie  ·  MERGED  ·  passport fix  ·  TestDominoPassportRouting  ·  Passed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155680" cy="4114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  <a:latin typeface="Calibri"/>
              </a:defRPr>
            </a:pPr>
            <a:r>
              <a:t>Generated by msc-dev-code-and-qa-test-coverage-validator · Developed by Mayur Gunjal  (MSC-205625-05-29-2026-12-43-49-IST.html)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§1 Coverage summary — 8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Color thresholds: Green ≥85%  ·  Amber 70–84.9%  ·  Red &lt;70%  ·  Gray 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64592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2606040"/>
            <a:ext cx="3429000" cy="86868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QA remaining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566160"/>
            <a:ext cx="3429000" cy="8686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422452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1234440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164592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7830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0428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Line cov.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2606040"/>
            <a:ext cx="3429000" cy="8686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3264408"/>
            <a:ext cx="3282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Branch cov.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234440" cy="36576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≥85%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349240"/>
            <a:ext cx="1234440" cy="36576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  <a:latin typeface="Calibri"/>
              </a:defRPr>
            </a:pPr>
            <a:r>
              <a:t>70–84%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5349240"/>
            <a:ext cx="1234440" cy="36576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&lt;70%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5349240"/>
            <a:ext cx="1234440" cy="36576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Requirement traceability chart — Jira · Code ·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MSC-205625 · Domino · Inc as Fulll · 5/5 GWT · 3/4 AC · PR #161 pick-genie · MERGED · CI Passed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977639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Requirement (Jira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1" y="1234440"/>
            <a:ext cx="370332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Code coverage (linked PR)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0183" y="1234440"/>
            <a:ext cx="361188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Test plan (Jira Excel attachment)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7335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2821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R1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Content passport retained in cumulative output manifestation for PFT Clear incremental-as-full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1" y="167335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3" y="172821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 #161 · passport_manager.py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0183" y="167335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5" y="172821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Mascot evidence linked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347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68833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R2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When metadata-update becomes full fulfillment, pack passport must be delivered for increment…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53711" y="263347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3" y="268833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Dev tests: Partial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PriorFulfilledManifestRecord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0183" y="2633472"/>
            <a:ext cx="3611880" cy="96012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5" y="268833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TC1, TC4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Aligns with PR 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2"/>
            <a:ext cx="3977639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4845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R3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Pick-genie must not drop passport re-fetch when workflow resolves fulfillmentType full (PFT 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1" y="3593592"/>
            <a:ext cx="370332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3" y="364845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Dev tests: Covered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TestDominoPassportRouting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0183" y="3593592"/>
            <a:ext cx="3611880" cy="96012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5" y="364845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TC1–TC5 mapped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Given/When/Then: full</a:t>
            </a:r>
          </a:p>
          <a:p>
            <a:pPr>
              <a:spcAft>
                <a:spcPts val="200"/>
              </a:spcAft>
              <a:defRPr sz="900">
                <a:solidFill>
                  <a:srgbClr val="16A34A"/>
                </a:solidFill>
                <a:latin typeface="Calibri"/>
              </a:defRPr>
            </a:pPr>
            <a:r>
              <a:t>Incremental-as-full scenarios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712"/>
            <a:ext cx="3977639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4608576"/>
            <a:ext cx="383133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4066C"/>
                </a:solidFill>
                <a:latin typeface="Calibri"/>
              </a:defRPr>
            </a:pPr>
            <a:r>
              <a:t>R4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Fix validated in SIT with Edit ID 37ea180e-77cc-413f-95cf-9dfcebf08cd2 and provided Mascot 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3711" y="4553712"/>
            <a:ext cx="3703320" cy="96012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6863" y="4608576"/>
            <a:ext cx="3557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Dev tests: Missing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QA Manual — SIT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0183" y="4553712"/>
            <a:ext cx="3611880" cy="96012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08576"/>
            <a:ext cx="34655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No mapped test case</a:t>
            </a:r>
          </a:p>
          <a:p>
            <a:pPr>
              <a:spcAft>
                <a:spcPts val="200"/>
              </a:spcAft>
              <a:defRPr sz="900">
                <a:solidFill>
                  <a:srgbClr val="DC2626"/>
                </a:solidFill>
                <a:latin typeface="Calibri"/>
              </a:defRPr>
            </a:pPr>
            <a:r>
              <a:t>Gap: missing Edit ID scenario</a:t>
            </a:r>
          </a:p>
          <a:p>
            <a:pPr>
              <a:spcAft>
                <a:spcPts val="200"/>
              </a:spcAft>
              <a:defRPr sz="900">
                <a:solidFill>
                  <a:srgbClr val="D97706"/>
                </a:solidFill>
                <a:latin typeface="Calibri"/>
              </a:defRPr>
            </a:pPr>
            <a:r>
              <a:t>Then steps lack passport assertion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Left: acceptance criteria extracted from Jira description · Middle: production code + dev unit/integration tests from PR diff · Right: scenarios parsed from the Excel test plan file attached to the Jira ticket (not a separate tool — the workbook in Jira attachments).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Confluence LADR requirements from Jira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When a LADR doc is linked on the story, the agent fetches Confluence and merges LADR requirements with Jira acceptance 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520440" cy="38404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 from 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Comment or description mentions LADR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Confluence wiki URL (atlassian.net/wiki/…/pages/{id})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Linked design doc referenced in dev/QA comments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Test plan scenarios trace to LADR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34440"/>
            <a:ext cx="3520440" cy="384048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Agent fetch (one batch)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37360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1. getConfluencePage (Atlassian MCP)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12848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2. python scripts/fetch_confluence_requirements.py {KEY}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88336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3. Parse LADR requirement items from page body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163824"/>
            <a:ext cx="3200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4. Write reports/.cache/{KEY}-confluence.json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234440"/>
            <a:ext cx="3657600" cy="384048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Merged requirement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373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Jira AC → R1, R2, R3…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212848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Confluence LADR → L1…Ln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688336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cases map to both (semantic match)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163824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→ Test plan AC coverage % uses combined set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94760"/>
            <a:ext cx="111556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93192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Example — MSC-204417: Jira references a LADR doc; agent fetches Confluence LADR requirements and merges with Promo Caption Monitoring test plan (12 scenarios, Caption Monitoring · 12/12 GWT). Report MSC-204417-05-31-2026-10-19-28-IST.html: 100% dev code · 94.1% test plan AC · 16/17 AC mapped · Pass with gaps. Generic LADR parsing — not limited to one domain.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49240"/>
            <a:ext cx="11155680" cy="347472"/>
          </a:xfrm>
          <a:prstGeom prst="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Any LADR-linked story — design requirements become testable L* items for coverage scoring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Wiki URL or LADR comment on Jira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Confluence page body → requirement 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Merged with Jira AC + Excel test plan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5742432"/>
            <a:ext cx="2743200" cy="50292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Gap list for unmapped L* / R* items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§3 Test plan validation — Jira Excel + LADR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Confluence LADR requirements when linked · Excel attachment · Given/When/Then · Mascot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43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Confluence LADR (from Jira)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9047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If story comments or description reference LADR or wiki URLs, agent fetches Confluence via MCP or fetch_confluence_requirements.py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LADR requirements L1…Ln · cache {KEY}-confluence.json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47672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476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Domino Excel test plan (Jira attachment)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951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or local testplans/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84832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fetch_jira_testplan.py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52344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52344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Given / When / Then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998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Content-based Given/When/Then scoring (not column-name only)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89504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12/12 GWT · MSC-204417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57016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5701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LADR + Jira AC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044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Semantic match of test cases to Jira AC and Confluence LADR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94176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94.1% · MSC-204417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61688"/>
            <a:ext cx="73152" cy="868680"/>
          </a:xfrm>
          <a:prstGeom prst="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361688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Mascot hyperlinks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091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Evidence column URLs rendered in report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98848"/>
            <a:ext cx="5440680" cy="68580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Monitor E2E traceability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349240"/>
            <a:ext cx="5440680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Scenario examples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5742432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MSC-204417 · LADR requirements · 94.1% test plan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6089904"/>
            <a:ext cx="5440680" cy="320040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MSC-205625 · Inc as Fulll · 75% test plan AC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6437376"/>
            <a:ext cx="5440680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334155"/>
                </a:solidFill>
                <a:latin typeface="Calibri"/>
              </a:defRPr>
            </a:pPr>
            <a:r>
              <a:t>MSC-195138 · FF Race · 66.7% test plan 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§4–§5 Dev vs QA ownership &amp; traceability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 ambiguity on what QA must still run in SIT/UAT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394960" cy="448056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Unit / integration tests in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File + test name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Dev-owned AC marked Covered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6A34A"/>
                </a:solidFill>
                <a:latin typeface="Calibri"/>
              </a:defRPr>
            </a:pPr>
            <a:r>
              <a:t>✓  SonarQube CI — 95.3% line (PR #161)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394960" cy="448056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Monitor E2E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42316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Manual SIT / UAT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Regression for related bugs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5E4F"/>
                </a:solidFill>
                <a:latin typeface="Calibri"/>
              </a:defRPr>
            </a:pPr>
            <a:r>
              <a:t>→  Mascot-linked validation runs</a:t>
            </a:r>
          </a:p>
        </p:txBody>
      </p:sp>
      <p:sp>
        <p:nvSpPr>
          <p:cNvPr id="20" name="Oval 19"/>
          <p:cNvSpPr/>
          <p:nvPr/>
        </p:nvSpPr>
        <p:spPr>
          <a:xfrm>
            <a:off x="5623560" y="3200400"/>
            <a:ext cx="914400" cy="9144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4066C"/>
                </a:solidFill>
              </a:defRPr>
            </a:pPr>
            <a:r>
              <a:t>AC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One-time setup · scripts · cache ·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apply_report_ui_enhancements()  ·  Cache: reports/.cache/{KEY}-*.json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MSC case studies · latest report matrix · real coverage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Latest report matrix — 8-card coverage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From generated HTML reports · MSC-205625 · MSC-204417 · MSC-195138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17424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19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14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 mapped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6100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052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004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7956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9080" y="1207008"/>
            <a:ext cx="1212088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24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819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14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4/4 AC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100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0052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item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4004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Med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7956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19080" y="1627632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424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819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14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16/17 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6100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0052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items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004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 High · 2 Med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7956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19080" y="2029968"/>
            <a:ext cx="1212088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424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19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214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2/3 AC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6100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0052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3 items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4004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334155"/>
                </a:solidFill>
                <a:latin typeface="Calibri"/>
              </a:defRPr>
            </a:pPr>
            <a:r>
              <a:t>1 High · 3 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7956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94A3B8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19080" y="2432304"/>
            <a:ext cx="121208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2788920"/>
            <a:ext cx="11155680" cy="32004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Report artifacts (latest)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82112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MSC-205625 · MSC-205625-05-29-2026-12-43-49-IST.html · 05-29-2026 12:43 IST · PR #161 pick-genie · MERGED · CI Passed · Domino · Inc as Fulll · 5/5 GWT · 3/4 AC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29584"/>
            <a:ext cx="11155680" cy="310896"/>
          </a:xfrm>
          <a:prstGeom prst="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04066C"/>
                </a:solidFill>
                <a:latin typeface="Calibri"/>
              </a:defRPr>
            </a:pPr>
            <a:r>
              <a:t>MSC-204417 · MSC-204417-05-31-2026-10-19-28-IST.html · 05-31-2026 10:19 IST · No PR · develop branch · Caption Monitoring · 12/12 GWT · Confluence LADR requirements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77056"/>
            <a:ext cx="11155680" cy="310896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MSC-195138 · MSC-195138-05-27-2026-17-57-12-IST.html · 05-27-2026 17:57 IST · PRs #22 + #75 · MERGED · FF Race · 11/11 GWT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400"/>
            <a:ext cx="539496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MSC-204417 — sample §1 cards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56232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4767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938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9544" y="4709160"/>
            <a:ext cx="1261872" cy="77724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0098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62856" y="4709160"/>
            <a:ext cx="1261872" cy="77724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5429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3600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343400"/>
            <a:ext cx="5577840" cy="32004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MSC-205625 — sample §1 cards (PR + CI)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80760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53912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34072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25512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07224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87384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78824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60536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40696" y="4709160"/>
            <a:ext cx="1261872" cy="7772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32136" y="4846320"/>
            <a:ext cx="107899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13848" y="5367528"/>
            <a:ext cx="11155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6A34A"/>
                </a:solidFill>
                <a:latin typeface="Calibri"/>
              </a:defRPr>
            </a:pPr>
            <a:r>
              <a:t>CI 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Latest HTML reports — see full 8-card matrix on prior slide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04120" y="1234440"/>
            <a:ext cx="1508760" cy="384048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MSC-205625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1691640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#161 pick-genie · MERGED · CI Passed ·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94.1%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20" y="2167128"/>
            <a:ext cx="1508760" cy="438912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Confluence LADR requirements · No PR · dev…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Done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Pass w/ gaps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20" y="2642616"/>
            <a:ext cx="15087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PRs #22 + #75 · MERGED · FF Race · 11/11 G…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