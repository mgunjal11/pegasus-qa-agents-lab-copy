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6"/>
    <p:sldId id="268" r:id="rId17"/>
    <p:sldId id="269" r:id="rId18"/>
    <p:sldId id="270" r:id="rId19"/>
    <p:sldId id="271" r:id="rId20"/>
    <p:sldId id="272" r:id="rId21"/>
    <p:sldId id="273" r:id="rId15"/>
    <p:sldId id="274" r:id="rId14"/>
    <p:sldId id="275" r:id="rId13"/>
    <p:sldId id="276" r:id="rId12"/>
    <p:sldId id="277" r:id="rId26"/>
    <p:sldId id="27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20.xml"/><Relationship Id="rId13" Type="http://schemas.openxmlformats.org/officeDocument/2006/relationships/slide" Target="slides/slide19.xml"/><Relationship Id="rId14" Type="http://schemas.openxmlformats.org/officeDocument/2006/relationships/slide" Target="slides/slide18.xml"/><Relationship Id="rId15" Type="http://schemas.openxmlformats.org/officeDocument/2006/relationships/slide" Target="slides/slide17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4448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216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15984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356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173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099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3957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77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700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375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301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3159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7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5902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metrics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6636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27608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57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55040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2648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62362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6217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65105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47288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0216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3144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+ SIT Jobs ID evidence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 + LADR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 · Mascot or SIT Jobs IDs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--auto --write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Slash command --auto --write · ~2–5 min · one MCP turn + batched shells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map_requirements_to_diff.py  ·  build_coverage_report.py  ·  apply_report_ui_enhancements()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MSC-205625 — Live coverage validation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[PFT Clear] Content passport dropped from cumulative output manif…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411480"/>
            <a:ext cx="2331720" cy="105156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  <a:p>
            <a:r>
              <a:t>81%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011680"/>
            <a:ext cx="2697480" cy="96012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2011680"/>
            <a:ext cx="269748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7336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24544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08960"/>
            <a:ext cx="11155680" cy="329184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Report walkthrough — 8 sections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658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547872"/>
            <a:ext cx="2651760" cy="658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3547872"/>
            <a:ext cx="2651760" cy="658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5E4F"/>
                </a:solidFill>
                <a:latin typeface="Calibri"/>
              </a:defRPr>
            </a:pPr>
            <a:r>
              <a:t>Attached test plan validatio…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3547872"/>
            <a:ext cx="2651760" cy="658368"/>
          </a:xfrm>
          <a:prstGeom prst="roundRect">
            <a:avLst/>
          </a:prstGeom>
          <a:solidFill>
            <a:srgbClr val="E0E7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940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15968"/>
            <a:ext cx="2651760" cy="658368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315968"/>
            <a:ext cx="2651760" cy="658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80760" y="4315968"/>
            <a:ext cx="265176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34155"/>
                </a:solidFill>
                <a:latin typeface="Calibri"/>
              </a:defRPr>
            </a:pPr>
            <a:r>
              <a:t>Assumptions and open questio…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69680" y="4315968"/>
            <a:ext cx="2651760" cy="658368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940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✓ Jira readiness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✓Acceptance criteriaiNumbered requirements (R1, R2, …) extracted from the Jira description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✓GitHub PRiPull requests linked in Jira or discovered during prefetch — source of code and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✓Test planiQMetry Excel attachment parsed for scenarios, Given/When/Then steps, and requir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✓Confluence / LADRiOptional Confluence design page for LADR (L1, L2, …) traceability; opti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5074920"/>
            <a:ext cx="5577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Source: MSC-205625-06-02-2026-17-29-55-IST.html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Generated 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Open the HTML report for full tables, tooltips, and evidence links.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96012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Calibri"/>
              </a:defRPr>
            </a:pPr>
            <a: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26464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Release readiness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7373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Weighted: dev code, dev tests, test plan,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4 scored from PR diff mapping — Jira acceptance criteri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086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auto-mapped from PR test files — unit &amp; integration 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7/9 AC in test pla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23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Requirements mapped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2394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Jira + LADR from test plan cache — acceptance criteria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5 test cases · 5/5 full Given When Then · 4/5 LADR scen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2 item(s)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55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QA scope remaining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E2E, manual, or regression still required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High · 1 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38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3894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auto-detected from mapping and test plan — from impleme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3048"/>
            <a:ext cx="11155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8264" y="482803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SonarQube new code line coverage (PR)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134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branch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82803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SonarQube overall line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#161  ·  wbd-msc/pegasus-pick-genie  · 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MSC-206821 | Handle passport attachment more gracefully and handle flipping scen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test_incrementals.py, test_qm_evaluate_passport.py, test_passport_mana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#195  ·  wbd-msc/pegasus-encode-monitor  ·  MERGED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MSC-205625 | domino - fix for supplementary assets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test_encode_monitor.py, conftest.py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Attached test plan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4/5 LADR requirements mapped to test cases in the attached Excel plan. Source: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R4 — no mapped test case for Jira acceptance criterion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L5 — no mapped test case for Confluence LADR 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TCiTest case ID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34056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ScenarioiSection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5192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Mapped reqiJira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96328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GWTiWhether the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27464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Given When Theni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328" y="2596896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27464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4056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5192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96328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27464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34056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Sidecar - audio and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192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96328" y="3291840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27464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34056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192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6328" y="3639312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27464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4056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65192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96328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27464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Dev-owned items should be proven by unit or integration tests in the PR. QA-owned items require func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394960" cy="4114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R1 — Content passport retained in cumulative output manifestation for PFT Clear incremental-as-</a:t>
            </a:r>
          </a:p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R2 — When metadata-update becomes full fulfillment, pack passport must be delivered as expected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61872"/>
            <a:ext cx="5394960" cy="41148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R3 — Pick-genie must not drop passport re-fetch from FMAM when incremental workflow resolves as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R4 — Fix must be validated in SIT using provided test data (Edit ID 37ea180e-77cc-413f-95cf-9df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Execute attached test plan case(s) for QA-scoped requirements only: TC1, TC2, TC3, TC4, TC5 — 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Per-requirement mapping from Jira acceptance criteria to branch/PR code, dev tests, ownership, an…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220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148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004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3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6220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Content passport retained in cumulative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148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93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220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When metadata-update becomes full fulfil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148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4004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993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6220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Pick-genie must not drop passport re-fet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21480" y="2304288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04288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004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99320" y="2304288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E2E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220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Fix must be validated in SIT using provi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148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8076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004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Qa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9320" y="2651760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Manual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18288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✓ Strengths</a:t>
            </a:r>
          </a:p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See PR diff and mapping cache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61872"/>
            <a:ext cx="5440680" cy="182880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⚠ Gaps</a:t>
            </a:r>
          </a:p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R4 — no mapped test case in test 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4155"/>
                </a:solidFill>
                <a:latin typeface="Calibri"/>
              </a:defRPr>
            </a:pPr>
            <a:r>
              <a:t>Assumptions and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9424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389888"/>
            <a:ext cx="384048" cy="38404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4066C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4066C"/>
                </a:solidFill>
                <a:latin typeface="Calibri"/>
              </a:defRPr>
            </a:pPr>
            <a:r>
              <a:t>Review §5 traceability and run QA-scoped test plan cases only (see §4).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56032"/>
            <a:ext cx="12191695" cy="96012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Four production runs · featured story MSC-205625 (this deck)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84048"/>
            <a:ext cx="1234440" cy="7772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dev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384048"/>
            <a:ext cx="1234440" cy="77724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1268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plan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1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2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3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4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75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MSC-212571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9151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15382" y="181051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1613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5.6%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4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75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#99 pegasus-part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★ MSC-205625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59151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2" y="231343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71613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4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75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#161 pegasus-pic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2423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000"/>
                </a:solidFill>
              </a:defRPr>
            </a:pPr>
            <a:r>
              <a:t>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1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Ready for 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15382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71613" y="281635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33.3%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7844" y="281635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55.6%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75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Confluence in quick links only · No PR · 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59151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15382" y="331927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3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27844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75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#22 pegasus-reps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2201</Words>
  <Application>Microsoft Office PowerPoint</Application>
  <PresentationFormat>Widescreen</PresentationFormat>
  <Paragraphs>391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Gunjal, Mayur</cp:lastModifiedBy>
  <cp:revision>4</cp:revision>
  <dcterms:created xsi:type="dcterms:W3CDTF">2013-01-27T09:14:16Z</dcterms:created>
  <dcterms:modified xsi:type="dcterms:W3CDTF">2026-06-02T13:02:33Z</dcterms:modified>
  <cp:category/>
</cp:coreProperties>
</file>