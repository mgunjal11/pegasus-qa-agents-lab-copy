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ESS requirements (when LADR present)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and attached Excel test plans live in silos — release reviews lack a single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ESS scenarios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and Jira test plan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three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52044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25880"/>
            <a:ext cx="352044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52044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976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Tribal release knowledge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test-plan ↔ AC mapping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three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test plans in Jira Excel attachments —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ESS scenarios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ESS milestones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ESS milestones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Test Plan.xlsx · Inc as Fulll · 5/5 Given/When/Then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— supplemental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ESS milestones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Dev note with ESS status codes (8000 / 9000)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aligned to LADR milestones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ESS table: demandAcknowledgment, orderStatus,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LADR ESS → L1…Ln (task + status)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both via semantic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Coverage %: Jira AC + LADR scenarios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 (Caption Monitoring): Jira comment references LADR status codes; Promo Caption Monitoring.xlsx has 12 ESS scenarios (demandAcknowledgment Completed, orderStatus Failure, …). Agent infers LADR ESS requirements and maps test cases → 3/3 Jira AC + 13/14 LADR (gap: STATUS_ERROR 9000 / L14). Without Confluence merge, keyword-only mapping showed 0% — semantic LADR alignment fixes test plan coverage 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LADR ESS milestones parsed into requirements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demandAcknowledgment · Completed / Failure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manifestationAvailability · Pending / Completed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orderStatus · Pending / Processing / Completed / Failure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registrationStatus · Pending / Completed / Failure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ESS requirements when LADR is linked · Excel attachment · Given/When/Then · Mascot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/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ESS milestones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full Given When Then (MSC-204417)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match: task + status (e.g. orderStatus Failure) → L* and R1…R3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combined coverage example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Caption Monitoring · 13/14 LADR · 3/3 Jira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5/5 Given/When/Then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with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 validator runs — Pegasus MSC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 #161 · CI Passed · 5/5 GWT · R4 gap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ESS · 12 TC · develop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FF Race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PRs #22 + #75 · 11/11 Given/When/Then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