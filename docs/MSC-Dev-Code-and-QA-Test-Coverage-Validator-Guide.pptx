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LADR requirements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Confluence LADR requirements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· Inc as Fulll · 5/5 GWT · 3/4 AC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LADR requirements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Linked design doc referenced in dev/QA 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trace to LADR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LADR requirement items from page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Confluence LADR → L1…Ln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R* and L* (semantic match)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Report §3: LADR ↔ test case traceability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639312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plan AC coverage % uses combined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MSC-204417: Jira references a LADR doc; agent fetches Confluence LADR requirements and merges with Promo Caption Monitoring test plan (12 scenarios, Caption Monitoring · 12/12 GWT). Report MSC-204417-05-31-2026-10-19-28-IST.html: 100% dev code · 94.1% test plan AC · 16/17 AC mapped · Pass with gaps. Generic LADR parsing — not limited to one domain.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Any LADR-linked story — design requirements become testable L* items for coverage scoring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Wiki URL or LADR comment on Jira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Confluence page body → requirement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Merged with Jira AC + Excel test 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LADR ↔ test case table + gap list for unmapped L*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LADR requirements when linked · Excel attachment · Given/When/Then · Mascot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LADR requirements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↔ test plan traceability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Each L1…Ln requirement tied to Excel test case IDs in report §3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13/14 LADR mapped · MSC-204417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GWT · MSC-204417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 of test cases to Jira AC and Confluence LADR requirements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· MSC-204417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663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5138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53035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LADR requirements · 94.1% test plan AC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75% test plan AC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6437376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MSC-195138 · FF Race · 66.7% test plan 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· latest report matrix ·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Latest report matrix — 8-card coverage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generated HTML reports · MSC-205625 · MSC-204417 · MSC-195138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24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19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14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100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05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00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95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90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24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9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14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100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05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00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795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190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424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19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14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16/17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100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05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00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High · 2 Med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95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190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424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19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14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2/3 AC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6100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05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3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00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High · 3 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795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90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788920"/>
            <a:ext cx="11155680" cy="32004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Report artifacts (latest)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82112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MSC-205625 · MSC-205625-05-29-2026-12-43-49-IST.html · 05-29-2026 12:43 IST · PR #161 pick-genie · MERGED · CI Passed · Domino · Inc as Fulll · 5/5 GWT · 3/4 AC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29584"/>
            <a:ext cx="11155680" cy="310896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MSC-204417 · MSC-204417-05-31-2026-10-19-28-IST.html · 05-31-2026 10:19 IST · No PR · develop branch · Caption Monitoring · 12/12 GWT · Confluence LADR requirements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77056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MSC-195138 · MSC-195138-05-27-2026-17-57-12-IST.html · 05-27-2026 17:57 IST · PRs #22 + #75 · MERGED · FF Race · 11/11 GWT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400"/>
            <a:ext cx="539496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MSC-204417 — sample §1 cards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56232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4767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938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9544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62856" y="4709160"/>
            <a:ext cx="1261872" cy="77724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600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343400"/>
            <a:ext cx="557784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MSC-205625 — sample §1 cards (PR + CI)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80760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5391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4072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0722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87384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7882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053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0696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3213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1384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CI 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Latest HTML reports — see full 8-card matrix on prior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pick-genie · MERGED · CI Passed ·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Confluence LADR requirements · No PR · dev…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PRs #22 + #75 · MERGED · FF Race · 11/11 G…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