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5029200"/>
            <a:ext cx="1828800" cy="1828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C000"/>
                </a:solidFill>
                <a:latin typeface="Calibri"/>
              </a:defRPr>
            </a:pPr>
            <a:r>
              <a:t>Business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MSC Code Coverage Validator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AI-driven release readiness · Jira + GitHub + Excel test plan attachment in one evidence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434840"/>
            <a:ext cx="2606040" cy="105156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093208"/>
            <a:ext cx="2459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Systems unified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4434840"/>
            <a:ext cx="2606040" cy="105156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45720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093208"/>
            <a:ext cx="2459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Coverage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4434840"/>
            <a:ext cx="2606040" cy="105156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45720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2–5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5093208"/>
            <a:ext cx="2459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Minutes per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4544" y="4434840"/>
            <a:ext cx="2606040" cy="105156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5984" y="45720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5093208"/>
            <a:ext cx="2459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HTML verdict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4476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Calibri"/>
              </a:defRPr>
            </a:pPr>
            <a:r>
              <a:t>Pegasus QA Agents Lab · May 2026 · github.com/mgunjal11/pegasus-qa-agents-lab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5E4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669280" cy="713232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4416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258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1848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Value at a glance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75688"/>
            <a:ext cx="5669280" cy="713232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85416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671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59736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Fragmented release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16936"/>
            <a:ext cx="5669280" cy="713232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26664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08376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300984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Cursor subagent +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58184"/>
            <a:ext cx="5669280" cy="713232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67912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84962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HTML report deep-dive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4223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8 sections · req chart · traceability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99432"/>
            <a:ext cx="5669280" cy="713232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9087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Enablement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98348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Setup · scripts · permissions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40680"/>
            <a:ext cx="5669280" cy="713232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5040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321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Proven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82472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MSC case studies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1097280"/>
            <a:ext cx="5212080" cy="5029200"/>
          </a:xfrm>
          <a:prstGeom prst="roundRect">
            <a:avLst/>
          </a:prstGeom>
          <a:solidFill>
            <a:srgbClr val="04066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12801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000"/>
                </a:solidFill>
                <a:latin typeface="Calibri"/>
              </a:defRPr>
            </a:pPr>
            <a:r>
              <a:t>What you get in one run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1828800"/>
            <a:ext cx="4480560" cy="64008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Jira story + AC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778240" y="2487168"/>
            <a:ext cx="320040" cy="201168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58000" y="2697480"/>
            <a:ext cx="4480560" cy="64008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Linked PR + CI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8778240" y="3355848"/>
            <a:ext cx="320040" cy="201168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0" y="3566160"/>
            <a:ext cx="4480560" cy="64008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Excel test plan (Jira attachment)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8778240" y="4224528"/>
            <a:ext cx="320040" cy="201168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58000" y="4434840"/>
            <a:ext cx="4480560" cy="64008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HTML readiness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One automated readiness view before every MSC release sign-off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11880" cy="457200"/>
          </a:xfrm>
          <a:prstGeom prst="round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8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Jira, GitHub, and attached Excel test plans live in silos — release reviews lack a single evidence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34440"/>
            <a:ext cx="3611880" cy="45720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78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Cursor subagent correlates AC → code → dev tests → QA plan → verdict in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611880" cy="45720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78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Leadership opens a timestamped HTML report with 8 quantified metrics and clear QA handoff.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2697480" cy="141732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57600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5E4F"/>
                </a:solidFill>
                <a:latin typeface="Calibri"/>
              </a:defRPr>
            </a:pPr>
            <a:r>
              <a:t>~35–40%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4178808"/>
            <a:ext cx="2551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5E4F"/>
                </a:solidFill>
                <a:latin typeface="Calibri"/>
              </a:defRPr>
            </a:pPr>
            <a:r>
              <a:t>Faster triage vs manual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55371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5E4F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3520440"/>
            <a:ext cx="2697480" cy="14173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8" y="3657600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178808"/>
            <a:ext cx="2551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AC-to-evidence mapping per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5371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4066C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3520440"/>
            <a:ext cx="2697480" cy="141732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3657600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9A00"/>
                </a:solidFill>
                <a:latin typeface="Calibri"/>
              </a:defRPr>
            </a:pPr>
            <a:r>
              <a:t>Pass / Gaps / 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4178808"/>
            <a:ext cx="2551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9A00"/>
                </a:solidFill>
                <a:latin typeface="Calibri"/>
              </a:defRPr>
            </a:pPr>
            <a:r>
              <a:t>Explicit release verdict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455371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49A00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1704" y="3520440"/>
            <a:ext cx="2697480" cy="141732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3144" y="3657600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Audit-ready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4178808"/>
            <a:ext cx="2551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Shareable HTML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455371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6A34A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66360"/>
            <a:ext cx="11155680" cy="777240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8523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4066C"/>
                </a:solidFill>
                <a:latin typeface="Calibri"/>
              </a:defRPr>
            </a:pPr>
            <a:r>
              <a:t>"We no longer ask five people whether the PR, unit tests, and Jira test plan align — the validator answers that in one report." — MSC QA lead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Why fragmented Jira · GitHub · Excel test plans blocks confident releases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The challenge — three silos, zero single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Manual traceability before release is slow, inconsistent, and error-prone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520440" cy="29260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20240" y="1600200"/>
            <a:ext cx="868680" cy="868680"/>
          </a:xfrm>
          <a:prstGeom prst="ellipse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Jira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3154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Acceptance criteria,</a:t>
            </a:r>
          </a:p>
          <a:p>
            <a:r>
              <a:t>story status, attachments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520440" cy="292608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5000" y="1600200"/>
            <a:ext cx="868680" cy="868680"/>
          </a:xfrm>
          <a:prstGeom prst="ellipse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0604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63240"/>
            <a:ext cx="3154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PR diffs, checks,</a:t>
            </a:r>
          </a:p>
          <a:p>
            <a:r>
              <a:t>unit/integration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325880"/>
            <a:ext cx="3520440" cy="292608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60" y="1600200"/>
            <a:ext cx="868680" cy="868680"/>
          </a:xfrm>
          <a:prstGeom prst="ellipse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60604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Excel test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063240"/>
            <a:ext cx="3154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Jira attachment ·</a:t>
            </a:r>
          </a:p>
          <a:p>
            <a:r>
              <a:t>Given/When/Then · Mascot links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Duplicate QA/dev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7288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Missed E2E handoffs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0216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Tribal release knowledge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Weak test-plan ↔ AC mapping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57800"/>
            <a:ext cx="11155680" cy="685800"/>
          </a:xfrm>
          <a:prstGeom prst="roundRect">
            <a:avLst/>
          </a:prstGeom>
          <a:solidFill>
            <a:srgbClr val="04066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→  MSC Code Coverage Validator unifies all three into one HTML readiness report with numbered recommended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Idea Generation — Cursor AI subagent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Completed · Pegasus QA Agents Lab · Gen AI transformation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11880" cy="438912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Fragmented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73352"/>
            <a:ext cx="3611880" cy="3977639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783080"/>
            <a:ext cx="33924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4066C"/>
                </a:solidFill>
                <a:latin typeface="Calibri"/>
              </a:defRPr>
            </a:pPr>
            <a:r>
              <a:t>Problem Statement: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AC in Jira, code in GitHub, test plans in Jira Excel attachments — no single view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Release reviews depend on tribal knowledge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Manual traceability is slow before sign-off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0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08860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8970" y="5440680"/>
            <a:ext cx="83439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234440"/>
            <a:ext cx="3611880" cy="438912"/>
          </a:xfrm>
          <a:prstGeom prst="roundRect">
            <a:avLst/>
          </a:prstGeom>
          <a:solidFill>
            <a:srgbClr val="FFC00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Unified validator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673352"/>
            <a:ext cx="3611880" cy="3977639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1783080"/>
            <a:ext cx="33924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4066C"/>
                </a:solidFill>
                <a:latin typeface="Calibri"/>
              </a:defRPr>
            </a:pPr>
            <a:r>
              <a:t>Solution: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/msc-code-coverage-validator {KEY}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One batch: Jira + PR(s) + Excel test plan attachment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Maps AC → code → dev tests → QA scope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HTML report + Pass / Pass with gaps / Fail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41798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1908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02018" y="5440680"/>
            <a:ext cx="83439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1234440"/>
            <a:ext cx="3611880" cy="438912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Leadership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1673352"/>
            <a:ext cx="3611880" cy="3977639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1783080"/>
            <a:ext cx="33924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4066C"/>
                </a:solidFill>
                <a:latin typeface="Calibri"/>
              </a:defRPr>
            </a:pPr>
            <a:r>
              <a:t>Benefits: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8 quantified metric cards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Dev vs QA ownership made explicit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Mascot + Given/When/Then test-plan validation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Audit-friendly downloadable artifact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4846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4956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15066" y="5440680"/>
            <a:ext cx="83439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Cursor subagent · automated workflow · solution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Who uses it — four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Same command, role-specific value from one HTML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2697480" cy="43891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508760"/>
            <a:ext cx="868680" cy="868680"/>
          </a:xfrm>
          <a:prstGeom prst="ellipse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QA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Pre-release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In QA / Ready for Release stories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QA scope %, test plan gaps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280160"/>
            <a:ext cx="2697480" cy="438912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0248" y="1508760"/>
            <a:ext cx="868680" cy="868680"/>
          </a:xfrm>
          <a:prstGeom prst="ellipse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Merge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Dev-owned AC + unit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Code %, dev test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280160"/>
            <a:ext cx="2697480" cy="438912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3176" y="1508760"/>
            <a:ext cx="868680" cy="868680"/>
          </a:xfrm>
          <a:prstGeom prst="ellipse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Release Mgr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Go/no-go snapshot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Verdict + open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8 cards, recommended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1704" y="1280160"/>
            <a:ext cx="2697480" cy="438912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76104" y="1508760"/>
            <a:ext cx="868680" cy="8686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Test Designer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Plan 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Excel plan vs Jira 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4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Given/When/Then quality, Mascot links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5806440"/>
            <a:ext cx="7589520" cy="457200"/>
          </a:xfrm>
          <a:prstGeom prst="roundRect">
            <a:avLst/>
          </a:prstGeom>
          <a:solidFill>
            <a:srgbClr val="1A1A1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5870448"/>
            <a:ext cx="7315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C000"/>
                </a:solidFill>
                <a:latin typeface="Consolas"/>
              </a:defRPr>
            </a:pPr>
            <a:r>
              <a:t>/msc-code-coverage-validator MSC-205625   ·   --from-cache --auto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Automated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End-to-end in ~2–5 minutes · single MCP batch + cached GitHub prefetch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1965960" cy="214884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Story, AC,</a:t>
            </a:r>
          </a:p>
          <a:p>
            <a:r>
              <a:t>attachments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14016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417320"/>
            <a:ext cx="1965960" cy="214884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0574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51460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Excel xlsx (Jira),</a:t>
            </a:r>
          </a:p>
          <a:p>
            <a:r>
              <a:t>Given/When/Then, Mascot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636008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55464" y="1417320"/>
            <a:ext cx="1965960" cy="214884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5464" y="20574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251460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PR diff,</a:t>
            </a:r>
          </a:p>
          <a:p>
            <a:r>
              <a:t>checks, CI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58000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77456" y="1417320"/>
            <a:ext cx="1965960" cy="214884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14616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20574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251460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R1…Rn</a:t>
            </a:r>
          </a:p>
          <a:p>
            <a:r>
              <a:t>scoring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79992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9448" y="1417320"/>
            <a:ext cx="1965960" cy="214884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36608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20574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251460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HTML + tooltips</a:t>
            </a:r>
          </a:p>
          <a:p>
            <a:r>
              <a:t>+ manifest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886200"/>
            <a:ext cx="11155680" cy="105156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023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Performance: reports/.cache/ stores Jira, test plan, and GitHub prefetch — reuse with --from-cache --auto. Final HTML pass runs apply_report_ui_enhancements() (info-icon tooltips, tooltip layout v3).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66360"/>
            <a:ext cx="3611880" cy="64008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5166360"/>
            <a:ext cx="3611880" cy="640080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Pass with gaps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5166360"/>
            <a:ext cx="3611880" cy="64008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Cursor IDE · Atlassian MCP · GitHub CLI · Python scripts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606040"/>
            <a:ext cx="3017520" cy="1371600"/>
          </a:xfrm>
          <a:prstGeom prst="roundRect">
            <a:avLst/>
          </a:prstGeom>
          <a:solidFill>
            <a:srgbClr val="FF5E4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Coverage</a:t>
            </a:r>
          </a:p>
          <a:p>
            <a:r>
              <a:t>Validator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Jira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getJiraIssue</a:t>
            </a:r>
          </a:p>
          <a:p>
            <a:r>
              <a:t>remote links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3080" y="2907792"/>
            <a:ext cx="4297680" cy="338328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26880" y="2286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788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prefetch PR</a:t>
            </a:r>
          </a:p>
          <a:p>
            <a:r>
              <a:t>checks · diff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080760" y="2907792"/>
            <a:ext cx="4389120" cy="338328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4572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Test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fetch_jira_</a:t>
            </a:r>
          </a:p>
          <a:p>
            <a:r>
              <a:t>testplan.py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783080" y="3246120"/>
            <a:ext cx="4297680" cy="1947672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26880" y="4572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HTML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5074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reports/</a:t>
            </a:r>
          </a:p>
          <a:p>
            <a:r>
              <a:t>{KEY}-…-IST.html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6080760" y="3246120"/>
            <a:ext cx="4389120" cy="1947672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5897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Skill: .cursor/skills/msc-code-coverage-validator/  ·  Agent: msc-code-coverage-validator  ·  Command: /msc-code-coverage-validator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HTML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Eight sections · metrics dashboard · test plan &amp; ownership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HTML report — 8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reports/{KEY}-{date}-{time}-{TZ}.html  ·  info-icon tooltips  ·  opens in any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2697480" cy="123444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Coverage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8 metric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280160"/>
            <a:ext cx="2697480" cy="123444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Linked PR(s)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CI · traceability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280160"/>
            <a:ext cx="2697480" cy="123444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Test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Excel plan / Domino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280160"/>
            <a:ext cx="2697480" cy="123444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Dev vs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Ownership 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697480"/>
            <a:ext cx="2697480" cy="123444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Row-per-AC matrix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5848" y="2697480"/>
            <a:ext cx="2697480" cy="123444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65576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Impl.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Gaps · strengths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2697480"/>
            <a:ext cx="2697480" cy="123444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4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1696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Assumptions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Scope notes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61704" y="2697480"/>
            <a:ext cx="2697480" cy="123444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1432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64624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1432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Numbered to-dos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160520"/>
            <a:ext cx="11155680" cy="502920"/>
          </a:xfrm>
          <a:prstGeom prst="roundRect">
            <a:avLst/>
          </a:prstGeom>
          <a:solidFill>
            <a:srgbClr val="04066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25196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MSC-205625  ·  Verdict: Pass with gaps  ·  Generated 05-27-2026 19:59 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§1 Coverage summary — 8 metric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Color thresholds: Green ≥85%  ·  Amber 70–84.9%  ·  Red &lt;70%  ·  Gray 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Implementation &amp;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3429000" cy="86868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30428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Dev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3429000" cy="868680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26440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66160"/>
            <a:ext cx="3429000" cy="86868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4/4 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22452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Req mapped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2344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QA &amp; release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645920"/>
            <a:ext cx="3429000" cy="868680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78308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30428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Test plan 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606040"/>
            <a:ext cx="3429000" cy="86868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74320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  <a:latin typeface="Calibri"/>
              </a:defRPr>
            </a:pPr>
            <a:r>
              <a:t>1 item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26440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QA remaining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566160"/>
            <a:ext cx="3429000" cy="868680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70332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2 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422452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Open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12344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CI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645920"/>
            <a:ext cx="3429000" cy="86868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178308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95.3%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230428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Line cov.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2606040"/>
            <a:ext cx="3429000" cy="86868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2743200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94.5%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3264408"/>
            <a:ext cx="3282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Branch cov.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349240"/>
            <a:ext cx="1234440" cy="36576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≥85%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20240" y="5349240"/>
            <a:ext cx="1234440" cy="365760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70–84%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5349240"/>
            <a:ext cx="1234440" cy="36576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&lt;70%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5349240"/>
            <a:ext cx="1234440" cy="3657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Calibri"/>
              </a:defRPr>
            </a:pPr>
            <a:r>
              <a:t>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Requirement traceability chart — Jira · Code · Test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MSC-205625 · Domino Test Plan.xlsx · Inc as Fulll · 5/5 Given/When/Then · PR #161 pick-genie · MERGED · CI passed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977639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Requirement (Jira story)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3711" y="1234440"/>
            <a:ext cx="370332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Code coverage (linked PR)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0183" y="1234440"/>
            <a:ext cx="361188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 plan (Jira Excel attachment)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73352"/>
            <a:ext cx="3977639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72821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R1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Content passport retained in cumulative output manifestation for PFT Clear incremental-as-full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711" y="1673352"/>
            <a:ext cx="370332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3" y="172821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Implemented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Dev tests: Covered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PR #161 · passport_manager.py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0183" y="1673352"/>
            <a:ext cx="361188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5" y="172821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TC1–TC5 mapped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Given/When/Then: full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Mascot evidence linked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33472"/>
            <a:ext cx="3977639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68833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R2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When metadata-update becomes full fulfillment, pack passport must be delivered for increment…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53711" y="2633472"/>
            <a:ext cx="3703320" cy="960120"/>
          </a:xfrm>
          <a:prstGeom prst="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3" y="268833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Implemented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Calibri"/>
              </a:defRPr>
            </a:pPr>
            <a:r>
              <a:t>Dev tests: Partial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PriorFulfilledManifestRecord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0183" y="2633472"/>
            <a:ext cx="3611880" cy="9601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5" y="268833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TC1, TC4 mapped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Given/When/Then: full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Aligns with PR behavior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93592"/>
            <a:ext cx="3977639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64845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R3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Pick-genie must not drop passport re-fetch when workflow resolves fulfillmentType full (PFT 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1" y="3593592"/>
            <a:ext cx="370332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3" y="364845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Implemented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Dev tests: Covered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TestDominoPassportRouting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0183" y="3593592"/>
            <a:ext cx="361188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5" y="364845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TC1–TC5 mapped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Given/When/Then: full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Incremental-as-full scenarios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553712"/>
            <a:ext cx="3977639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460857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R4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Fix validated in SIT with Edit ID 37ea180e-77cc-413f-95cf-9dfcebf08cd2 and provided Mascot e…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53711" y="4553712"/>
            <a:ext cx="3703320" cy="960120"/>
          </a:xfrm>
          <a:prstGeom prst="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3" y="460857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Calibri"/>
              </a:defRPr>
            </a:pPr>
            <a:r>
              <a:t>Partial</a:t>
            </a:r>
          </a:p>
          <a:p>
            <a:pPr>
              <a:spcAft>
                <a:spcPts val="200"/>
              </a:spcAft>
              <a:defRPr sz="900">
                <a:solidFill>
                  <a:srgbClr val="DC2626"/>
                </a:solidFill>
                <a:latin typeface="Calibri"/>
              </a:defRPr>
            </a:pPr>
            <a:r>
              <a:t>Dev tests: Missing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QA Manual — SIT validation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30183" y="4553712"/>
            <a:ext cx="3611880" cy="9601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3335" y="460857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DC2626"/>
                </a:solidFill>
                <a:latin typeface="Calibri"/>
              </a:defRPr>
            </a:pPr>
            <a:r>
              <a:t>No mapped test case</a:t>
            </a:r>
          </a:p>
          <a:p>
            <a:pPr>
              <a:spcAft>
                <a:spcPts val="200"/>
              </a:spcAft>
              <a:defRPr sz="900">
                <a:solidFill>
                  <a:srgbClr val="DC2626"/>
                </a:solidFill>
                <a:latin typeface="Calibri"/>
              </a:defRPr>
            </a:pPr>
            <a:r>
              <a:t>Gap: missing Edit ID scenario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Calibri"/>
              </a:defRPr>
            </a:pPr>
            <a:r>
              <a:t>Then steps lack passport assertion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Left: acceptance criteria extracted from Jira description · Middle: production code + dev unit/integration tests from PR diff · Right: scenarios parsed from the Excel test plan file attached to the Jira ticket (not a separate tool — the workbook in Jira attachments).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§3 Test plan validation — Jira Excel attachment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Parses Jira attachments · Section · Summary · Given/When/Then · Mascot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Domino Excel test plan (Jira attachment)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Jira attachment or local testplans/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fetch_jira_testplan.py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Given / When / 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7919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Content-based Given/When/Then scoring (not column-name only)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68880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5/5 full Given/When/Then example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83280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83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Mascot hyperlinks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3075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Evidence column URLs rendered in 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20440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Monitor E2E traceability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34840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348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AC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8231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Test cases → R1…Rn with gap 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Uncovered AC highlighted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440680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Scenario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937760"/>
            <a:ext cx="5440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TC1–TC5 · Inc as Fulll · 5/5 Given/When/Then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285232"/>
            <a:ext cx="5440680" cy="32004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R4 · Edit ID SIT scenario · Gap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§4–§5 Dev vs QA ownership &amp; 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No ambiguity on what QA must still run in SIT/UAT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394960" cy="448056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Development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Unit / integration tests in 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File + test name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Dev-owned AC marked Covered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SonarQube CI — 95.3% line (PR #161)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5394960" cy="448056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E4F"/>
                </a:solidFill>
                <a:latin typeface="Calibri"/>
              </a:defRPr>
            </a:pPr>
            <a:r>
              <a:t>QA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Monitor E2E scenarios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231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Manual SIT / UAT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Regression for related bugs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290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Mascot-linked validation runs</a:t>
            </a:r>
          </a:p>
        </p:txBody>
      </p:sp>
      <p:sp>
        <p:nvSpPr>
          <p:cNvPr id="20" name="Oval 19"/>
          <p:cNvSpPr/>
          <p:nvPr/>
        </p:nvSpPr>
        <p:spPr>
          <a:xfrm>
            <a:off x="5623560" y="3200400"/>
            <a:ext cx="914400" cy="9144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66C"/>
                </a:solidFill>
              </a:defRPr>
            </a:pPr>
            <a:r>
              <a:t>AC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One-time setup · scripts · cache · permissions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Enablement — one-time setup (~10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Clone lab → MCP → gh → permissions → optional .env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440680" cy="804672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43560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3441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Clone pegasus-qa-agents-lab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733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cursor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440680" cy="804672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143560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3441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pip install -r requirements.txt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733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Python 3.10+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94560"/>
            <a:ext cx="5440680" cy="804672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39572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3042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Atlassian MCP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6334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wbdstreaming.atlassian.net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194560"/>
            <a:ext cx="5440680" cy="804672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0" y="239572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042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gh auth 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6334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GitHub PR access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154680"/>
            <a:ext cx="5440680" cy="804672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335584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2644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install_coverage_validator_permissions.py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593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Auto-run allowlist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154680"/>
            <a:ext cx="5440680" cy="804672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09360" y="335584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644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.env + validator.defaults.json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593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Test plan download + repo defaults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6052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Scripts (batched — no manual gh per run):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fetch_jira_testplan.py  ·  prefetch_coverage_inputs.py  ·  fetch_coverage_github.py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Cache: reports/.cache/{KEY}-jira.json | -testplan.json | -manifest.json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MSC case studies with real coverage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Code Coverage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Proven MSC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Real validator runs — Pegasus MSC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Ticket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Plan 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MSC-205625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1A"/>
                </a:solidFill>
                <a:latin typeface="Calibri"/>
              </a:defRPr>
            </a:pPr>
            <a:r>
              <a:t>Bug · Ready for Release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6A34A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Pass with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6A34A"/>
                </a:solidFill>
                <a:latin typeface="Calibri"/>
              </a:defRPr>
            </a:pPr>
            <a:r>
              <a:t>PR #161 · CI 95.3% · 5/5 Given/When/Then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MSC-204417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1A"/>
                </a:solidFill>
                <a:latin typeface="Calibri"/>
              </a:defRPr>
            </a:pPr>
            <a:r>
              <a:t>Story · In 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6A34A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83%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6A34A"/>
                </a:solidFill>
                <a:latin typeface="Calibri"/>
              </a:defRPr>
            </a:pPr>
            <a:r>
              <a:t>12/12 Given/When/Then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Pass with gaps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041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Caption Monitoring · develop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MSC-195138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1A"/>
                </a:solidFill>
                <a:latin typeface="Calibri"/>
              </a:defRPr>
            </a:pPr>
            <a:r>
              <a:t>Story · FF Race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Pass with gaps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041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6A34A"/>
                </a:solidFill>
                <a:latin typeface="Calibri"/>
              </a:defRPr>
            </a:pPr>
            <a:r>
              <a:t>PRs #22 + #75 · 11/11 Given/When/Then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Calibri"/>
              </a:defRPr>
            </a:pPr>
            <a:r>
              <a:t>It's time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C000"/>
                </a:solidFill>
                <a:latin typeface="Calibri"/>
              </a:defRPr>
            </a:pPr>
            <a:r>
              <a:t>Outcreate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FDBFE"/>
                </a:solidFill>
                <a:latin typeface="Consolas"/>
              </a:defRPr>
            </a:pPr>
            <a:r>
              <a:t>/msc-code-coverage-validator {YOUR-MSC-KEY}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