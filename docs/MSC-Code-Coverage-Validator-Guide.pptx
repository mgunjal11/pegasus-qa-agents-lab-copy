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MSC Code Coverage Validator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FDBFE"/>
                </a:solidFill>
              </a:defRPr>
            </a:pPr>
            <a:r>
              <a:t>Jira acceptance criteria ↔ GitHub implementation</a:t>
            </a:r>
          </a:p>
          <a:p>
            <a:r>
              <a:t>Management-ready coverage report for MSC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3C5FD"/>
                </a:solidFill>
              </a:defRPr>
            </a:pPr>
            <a:r>
              <a:t>Pegasus QA Agents Lab · Media Supply Chain · wbdstreaming.atlassian.net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does this agent 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Validates MSC Jira user stories against linked GitHub PR(s) or branch code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Reads acceptance criteria (AC) from Jira and maps each to production code and tests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Separates what Development proves (unit/integration tests) from what QA must still verify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Produces a timestamped HTML report for engineering and QA leadership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Run in Cursor:  /msc-code-coverage-validator MSC-204417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leadership cares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Release confidence in one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Traceability — every AC tied to code evidence before sign-off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Clear dev vs QA ownership — avoids duplicate testing or missed handoffs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Quantified metrics — dev code %, dev test %, QA scope, CI coverage, open gaps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Actionable output — gaps, assumptions, and recommended next steps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Audit-friendly — downloadable HTML with requirement-level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8-step automated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1. Fetch Jira story + remote PR links (Atlassian MCP)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2. Resolve GitHub PR or branch compare (gh CLI / cache)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3. Extract requirements R1, R2, … from acceptance criteria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4. Map each requirement → code status, dev tests, QA scope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5. Compute coverage percentages and overall verdict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6. Write HTML report (laptop local timezone filename)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Report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Header + 7 numbered 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Header — Story title, Jira link, status, verdict (Pass / Pass with gaps / Fail)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§1 Coverage summary — 7 metric cards in 3 logical groups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§2 Linked PR(s) — Where code lives; CI status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§3 Dev vs QA test ownership — Who tests what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§4 Requirements traceability — AC-by-AC audit table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§5 Implementation review — Strengths and gaps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§6 Assumptions · §7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§1 Coverage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7 cards · 3 groups · restrained color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Implementation &amp; tests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Dev code coverage — % of Jira AC with matching production code (green ≥85%)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Dev unit / integration test coverage — dev-owned AC covered by PR tests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Requirements mapped — e.g. 3/3 AC (R1–R3) extracted from Jira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QA &amp; release risk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QA scope remaining — items needing E2E, manual, or regression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Open gaps — High / Medium counts from implementation review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CI pipeline coverage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CI line coverage · CI branch coverage (NA when no PR)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§2 Linked PR(s)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Source code traceability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Lists PR(s) linked to the Jira story (remote links, description, or search)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Shows author, state (open/merged), and CI outcome per PR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If no PR: notes branch compare (e.g. develop vs main) and key commits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Answers: “Where is this story implemented and is it reviewable in GitHub?”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§3 Dev vs QA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Two-column handoff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Covered by dev tests — Requirements proven by unit/integration tests in the PR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Lists requirement ID + test file / test name evidence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QA handoff — What automated tests do NOT fully cover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E2E — end-to-end flows (Monitor, staging, UI)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Manual / Spot-check — exploratory or payload verification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Regression — confirm related fixes in QA build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§4 Requirements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Core audit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One row per acceptance criterion (R1, R2, …)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Code — Implemented · Partial · Missing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Dev tests — Covered · Partial · Missing + Unit/Integration tier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Owner — Dev · Shared · QA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QA scope — None · E2E · Manual · Spot-check · Regression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Evidence — File paths, functions, and test names from the PR diff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§5–§7 Review &amp;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Findings and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§5 Implementation review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Correctly implemented — strengths backed by code evidence</a:t>
            </a:r>
          </a:p>
          <a:p>
            <a:pPr lvl="1">
              <a:spcAft>
                <a:spcPts val="800"/>
              </a:spcAft>
              <a:defRPr sz="1500">
                <a:solidFill>
                  <a:srgbClr val="334155"/>
                </a:solidFill>
              </a:defRPr>
            </a:pPr>
            <a:r>
              <a:t>  • Gaps and concerns — severity: High · Medium · Critical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§6 Assumptions and open questions — Inferred context needing confirmation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§7 Recommended actions — Numbered dev and QA to-do list before release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Verdicts &amp; metric colors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Pass — Strong dev code and tests; minimal QA gaps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Pass with gaps — Code largely complete; QA handoff or dev test gaps remain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Fail — Significant missing implementation, tests, or AC contradictions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Metric colors:  Green ≥85%  ·  Amber 70–84.9%  ·  Red &lt;70%  ·  Gray NA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Report file:  reports/MSC-204417-05-26-2026-22-47-51-IST.html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Pegasus QA Agents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git clone https://github.com/mgunjal11/pegasus-qa-agents-lab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Enable Atlassian MCP + gh CLI; pip install -r requirements.txt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python scripts/install_coverage_validator_permissions.py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In Cursor:  /msc-code-coverage-validator MSC-204417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</a:defRPr>
            </a:pPr>
            <a:r>
              <a:t>Sample: MSC-204417 — 100% dev code · 83% dev tests · 2 QA items · Pass with gaps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