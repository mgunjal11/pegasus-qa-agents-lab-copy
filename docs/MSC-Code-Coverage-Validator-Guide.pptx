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45920"/>
            <a:ext cx="78638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MSC Code Coverage Validator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743200"/>
            <a:ext cx="786384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BFDBFE"/>
                </a:solidFill>
              </a:defRPr>
            </a:pPr>
            <a:r>
              <a:t>Management guide</a:t>
            </a:r>
          </a:p>
          <a:p>
            <a:r>
              <a:t>Business need · Uses · HTML report ·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303520"/>
            <a:ext cx="7863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3C5FD"/>
                </a:solidFill>
              </a:defRPr>
            </a:pPr>
            <a:r>
              <a:t>Pegasus QA Agents Lab · MSC · wbdstreaming.atlassian.net</a:t>
            </a:r>
          </a:p>
          <a:p>
            <a:r>
              <a:t>github.com/mgunjal11/pegasus-qa-agents-lab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7772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need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8046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64748B"/>
                </a:solidFill>
              </a:defRPr>
            </a:pPr>
            <a:r>
              <a:t>The problem this solves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80467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Stories ship with acceptance criteria in Jira, code in GitHub, and test plans in QMetry — no single view of readiness</a:t>
            </a:r>
          </a:p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QA and dev often duplicate effort or miss handoffs (unit tests done, Monitor E2E never scheduled)</a:t>
            </a:r>
          </a:p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Release reviews rely on tribal knowledge: “Is the PR linked?” “Does the test plan cover the bug?”</a:t>
            </a:r>
          </a:p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Manual traceability across Jira + PR diff + Excel test plans is slow and inconsistent before sign-off</a:t>
            </a:r>
          </a:p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Need: one automated, evidence-based report leadership can open in a browser before release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7772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Primary uses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8046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64748B"/>
                </a:solidFill>
              </a:defRPr>
            </a:pPr>
            <a:r>
              <a:t>Who runs it and when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80467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QA leads — pre-release readiness check on MSC stories (In QA / Ready for Release)</a:t>
            </a:r>
          </a:p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Developers — confirm unit/integration tests cover dev-owned acceptance criteria before merge</a:t>
            </a:r>
          </a:p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Release managers — snapshot of dev code %, dev test %, QA remaining, and open gaps</a:t>
            </a:r>
          </a:p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Test designers — cross-check attached QMetry / Domino plan vs Jira acceptance criteria</a:t>
            </a:r>
          </a:p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How to invoke in Cursor:</a:t>
            </a:r>
          </a:p>
          <a:p>
            <a:pPr lvl="1"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  /msc-code-coverage-validator MSC-205625</a:t>
            </a:r>
          </a:p>
          <a:p>
            <a:pPr lvl="1"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  Reuse cache:  /msc-code-coverage-validator MSC-205625 --from-cache --auto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7772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the agent delivers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0467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Reads Jira story, linked PR(s) or branch compare, and attached QMetry test plan</a:t>
            </a:r>
          </a:p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Maps each acceptance criterion → production code, dev tests, test plan cases, QA scope</a:t>
            </a:r>
          </a:p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Separates Development proof (unit/integration) from QA handoff (E2E, manual, regression)</a:t>
            </a:r>
          </a:p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Outputs timestamped HTML:  reports/{KEY}-{date}-{time}-{TZ}.html</a:t>
            </a:r>
          </a:p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Verdict: Pass · Pass with gaps · Fail — with numbered recommended actions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7772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leadership cares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8046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64748B"/>
                </a:solidFill>
              </a:defRPr>
            </a:pPr>
            <a:r>
              <a:t>Release confidence in one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80467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Traceability — every acceptance criterion tied to code and test evidence</a:t>
            </a:r>
          </a:p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Quantified metrics — 8 summary cards (dev, QA, test plan, CI)</a:t>
            </a:r>
          </a:p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Clear ownership — no ambiguity on what QA must still run in SIT/UAT</a:t>
            </a:r>
          </a:p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Test plan alignment — Domino / QMetry scenarios vs implementation (when attached)</a:t>
            </a:r>
          </a:p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Audit-friendly — downloadable HTML; shareable with engineering and product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7772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8046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64748B"/>
                </a:solidFill>
              </a:defRPr>
            </a:pPr>
            <a:r>
              <a:t>Automated workflow (≈2–5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80467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1. Fetch Jira issue + remote PR links (Atlassian MCP, one batch)</a:t>
            </a:r>
          </a:p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2. Download/parse QMetry test plan from Jira attachment or local testplans/</a:t>
            </a:r>
          </a:p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3. Prefetch GitHub PR diff, checks, CI coverage (single script; cached for reuse)</a:t>
            </a:r>
          </a:p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4. Extract requirements R1, R2, … from acceptance criteria + LADR comments</a:t>
            </a:r>
          </a:p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5. Score code, dev tests, test plan mapping, QA scope per requirement</a:t>
            </a:r>
          </a:p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6. Write HTML report + save manifest under reports/.cache/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7772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HTML report —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8046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64748B"/>
                </a:solidFill>
              </a:defRPr>
            </a:pPr>
            <a:r>
              <a:t>8 numbered sections + header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80467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Header — Story title, Jira link, status, verdict, generation time (local TZ)</a:t>
            </a:r>
          </a:p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§1 Coverage summary — 8 metric cards in 3 groups</a:t>
            </a:r>
          </a:p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§2 Linked PR(s) — GitHub traceability and CI</a:t>
            </a:r>
          </a:p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§3 Attached test plan validation — QMetry/Domino vs acceptance criteria</a:t>
            </a:r>
          </a:p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§4 Dev vs QA test ownership — handoff lists</a:t>
            </a:r>
          </a:p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§5 Requirements traceability — row-per-AC audit matrix</a:t>
            </a:r>
          </a:p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§6 Implementation review · §7 Assumptions · §8 Recommended actions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20040" y="201168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64592"/>
            <a:ext cx="7772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§1 Coverage summary explained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8046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64748B"/>
                </a:solidFill>
              </a:defRPr>
            </a:pPr>
            <a:r>
              <a:t>8 cards · 3 groups · color thresholds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80467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Implementation &amp; tests</a:t>
            </a:r>
          </a:p>
          <a:p>
            <a:pPr lvl="1"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  • Dev code coverage — % of acceptance criteria with matching production code</a:t>
            </a:r>
          </a:p>
          <a:p>
            <a:pPr lvl="1"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  • Dev unit/integration test coverage — dev-owned AC covered by PR tests</a:t>
            </a:r>
          </a:p>
          <a:p>
            <a:pPr lvl="1"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  • Requirements mapped — e.g. 4/4 acceptance criteria (R1–R4)</a:t>
            </a:r>
          </a:p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QA &amp; release risk</a:t>
            </a:r>
          </a:p>
          <a:p>
            <a:pPr lvl="1"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  • Test plan acceptance criteria coverage — % AC with ≥1 mapped test case</a:t>
            </a:r>
          </a:p>
          <a:p>
            <a:pPr lvl="1"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  • QA scope remaining — E2E, manual, regression still required</a:t>
            </a:r>
          </a:p>
          <a:p>
            <a:pPr lvl="1"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  • Open gaps — High / Medium from implementation review</a:t>
            </a:r>
          </a:p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CI pipeline</a:t>
            </a:r>
          </a:p>
          <a:p>
            <a:pPr lvl="1"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  • CI line coverage · CI branch coverage (NA if no PR / checks unavailable)</a:t>
            </a:r>
          </a:p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Colors: Green ≥85% · Amber 70–84.9% · Red &lt;70% · Gray NA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3730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20040" y="201168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2–3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64592"/>
            <a:ext cx="7772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§2–§3 PR &amp; test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80467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§2 Linked PR(s)</a:t>
            </a:r>
          </a:p>
          <a:p>
            <a:pPr lvl="1"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  • PR URL, author, merged/open, CI status</a:t>
            </a:r>
          </a:p>
          <a:p>
            <a:pPr lvl="1"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  • If no PR: develop vs main compare + key commits (e.g. pegasus-ess)</a:t>
            </a:r>
          </a:p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§3 Attached test plan validation</a:t>
            </a:r>
          </a:p>
          <a:p>
            <a:pPr lvl="1"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  • Parses Jira attachment (Domino Test Plan.xlsx) or SharePoint reference</a:t>
            </a:r>
          </a:p>
          <a:p>
            <a:pPr lvl="1"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  • Section · Summary scenarios, Given/When/Then, Mascot evidence links</a:t>
            </a:r>
          </a:p>
          <a:p>
            <a:pPr lvl="1"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  • Maps test cases to R1…Rn; lists gaps (uncovered AC, weak Then steps)</a:t>
            </a:r>
          </a:p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Example: MSC-205625 — 5 scenarios, 75% test plan AC coverage, R4 SIT gap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20040" y="201168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4–5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64592"/>
            <a:ext cx="7772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§4–§5 Ownership &amp; traceability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80467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§4 Dev vs QA ownership</a:t>
            </a:r>
          </a:p>
          <a:p>
            <a:pPr lvl="1"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  • Left: Covered by dev tests (file + test name evidence)</a:t>
            </a:r>
          </a:p>
          <a:p>
            <a:pPr lvl="1"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  • Right: QA handoff (E2E Monitor, manual SIT, regression for related bugs)</a:t>
            </a:r>
          </a:p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§5 Requirements traceability (core audit table)</a:t>
            </a:r>
          </a:p>
          <a:p>
            <a:pPr lvl="1"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  • Per row: Code status · Dev test status · Owner · QA scope · Evidence paths</a:t>
            </a:r>
          </a:p>
          <a:p>
            <a:pPr lvl="1"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  • Badges: Implemented/Covered/Partial/Missing, Dev/Shared/QA, Unit/Integration/E2E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20040" y="201168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6–8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64592"/>
            <a:ext cx="7772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§6–§8 Review &amp; actions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80467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§6 Implementation review — strengths and gaps (High / Medium severity)</a:t>
            </a:r>
          </a:p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§7 Assumptions — inferred repo, branch, LADR scope needing confirmation</a:t>
            </a:r>
          </a:p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§8 Recommended actions — numbered dev and QA to-dos before release</a:t>
            </a:r>
          </a:p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Verdicts:</a:t>
            </a:r>
          </a:p>
          <a:p>
            <a:pPr lvl="1"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  Pass — strong dev coverage, minimal QA gaps</a:t>
            </a:r>
          </a:p>
          <a:p>
            <a:pPr lvl="1"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  Pass with gaps — code OK; QA handoff or test plan gaps remain</a:t>
            </a:r>
          </a:p>
          <a:p>
            <a:pPr lvl="1"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  Fail — missing implementation, zero test plan coverage, or contradictions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7772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Configuration required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8046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64748B"/>
                </a:solidFill>
              </a:defRPr>
            </a:pPr>
            <a:r>
              <a:t>One-time per teammate (~10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80467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Required for all MSC agents:</a:t>
            </a:r>
          </a:p>
          <a:p>
            <a:pPr lvl="1"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  • Cursor IDE with Agents · Clone pegasus-qa-agents-lab · Open as workspace</a:t>
            </a:r>
          </a:p>
          <a:p>
            <a:pPr lvl="1"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  • Atlassian MCP authenticated for wbdstreaming.atlassian.net</a:t>
            </a:r>
          </a:p>
          <a:p>
            <a:pPr lvl="1"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  • Python 3.10+ · pip install -r requirements.txt</a:t>
            </a:r>
          </a:p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Additional for coverage validator:</a:t>
            </a:r>
          </a:p>
          <a:p>
            <a:pPr lvl="1"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  • gh CLI authenticated (gh auth login)</a:t>
            </a:r>
          </a:p>
          <a:p>
            <a:pPr lvl="1"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  • python scripts/install_coverage_validator_permissions.py</a:t>
            </a:r>
          </a:p>
          <a:p>
            <a:pPr lvl="1"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  • Cursor Settings → Agents → Auto-Run → Allowlist</a:t>
            </a:r>
          </a:p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Recommended when Jira has test plan attachments:</a:t>
            </a:r>
          </a:p>
          <a:p>
            <a:pPr lvl="1"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  • .env with ATLASSIAN_EMAIL + ATLASSIAN_API_TOKEN (from .env.example)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7772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Config: workspace defaults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8046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64748B"/>
                </a:solidFill>
              </a:defRPr>
            </a:pPr>
            <a:r>
              <a:t>.coverage-validator.defaults.json (gitignored)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80467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Copy from .cursor/skills/msc-code-coverage-validator/validator.defaults.example.json</a:t>
            </a:r>
          </a:p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Key fields:</a:t>
            </a:r>
          </a:p>
          <a:p>
            <a:pPr lvl="1"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  repo — default GitHub org/repo (e.g. wbd-msc/pegasus-pick-genie)</a:t>
            </a:r>
          </a:p>
          <a:p>
            <a:pPr lvl="1"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  timezone / timezoneLabel — report filename suffix (IST, EST)</a:t>
            </a:r>
          </a:p>
          <a:p>
            <a:pPr lvl="1"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  testPlanPath / testPlanSheet — local Domino Excel when Jira references SharePoint</a:t>
            </a:r>
          </a:p>
          <a:p>
            <a:pPr lvl="1"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  mode: auto · writeReport: true · useCache: true · cacheMaxAgeHours: 24</a:t>
            </a:r>
          </a:p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Manifest reuse: reports/.cache/{KEY}-manifest.json stores last report path + PR URLs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7772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Config: permissions &amp; scripts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8046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64748B"/>
                </a:solidFill>
              </a:defRPr>
            </a:pPr>
            <a:r>
              <a:t>Avoid Allow/Run prompts every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80467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install_coverage_validator_permissions.py merges into ~/.cursor/permissions.json:</a:t>
            </a:r>
          </a:p>
          <a:p>
            <a:pPr lvl="1"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  MCP: user-atlassian:getJiraIssue, getJiraIssueRemoteIssueLinks, …</a:t>
            </a:r>
          </a:p>
          <a:p>
            <a:pPr lvl="1"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  Shell: gh, prefetch_coverage_inputs.py, fetch_jira_testplan.py, mkdir</a:t>
            </a:r>
          </a:p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Supporting scripts (no manual gh per call):</a:t>
            </a:r>
          </a:p>
          <a:p>
            <a:pPr lvl="1"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  fetch_jira_testplan.py — download QMetry attachment, parse scenarios</a:t>
            </a:r>
          </a:p>
          <a:p>
            <a:pPr lvl="1"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  prefetch_coverage_inputs.py — batch PR view/diff/checks to cache</a:t>
            </a:r>
          </a:p>
          <a:p>
            <a:pPr lvl="1"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  fetch_coverage_github.py — branch compare when no PR linked</a:t>
            </a:r>
          </a:p>
          <a:p>
            <a:pPr lvl="1"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  verify_jira_credentials.py — test .env against an issue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7772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Sample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8046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64748B"/>
                </a:solidFill>
              </a:defRPr>
            </a:pPr>
            <a:r>
              <a:t>Real MSC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80467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MSC-205625 (Bug, Ready for Release)</a:t>
            </a:r>
          </a:p>
          <a:p>
            <a:pPr lvl="1"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  • 100% dev code · 75% dev tests · 75% test plan AC · Pass with gaps</a:t>
            </a:r>
          </a:p>
          <a:p>
            <a:pPr lvl="1"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  • PR #161 pick-genie passport fix; 5 Domino scenarios; R4 SIT evidence pending</a:t>
            </a:r>
          </a:p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MSC-204417 (Story, In QA)</a:t>
            </a:r>
          </a:p>
          <a:p>
            <a:pPr lvl="1"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  • 100% dev code · 83% dev tests · No test plan attachment (NA)</a:t>
            </a:r>
          </a:p>
          <a:p>
            <a:pPr lvl="1"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  • develop branch only; Monitor E2E + STATUS_ERROR 9000 → QA handoff</a:t>
            </a:r>
          </a:p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Report path example:</a:t>
            </a:r>
          </a:p>
          <a:p>
            <a:pPr lvl="1"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t>  reports/MSC-205625-05-27-2026-14-56-29-IST.html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7772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Getting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8046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64748B"/>
                </a:solidFill>
              </a:defRPr>
            </a:pPr>
            <a:r>
              <a:t>Commands to run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80467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git clone https://github.com/mgunjal11/pegasus-qa-agents-lab</a:t>
            </a:r>
          </a:p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cd pegasus-qa-agents-lab &amp;&amp; cursor .</a:t>
            </a:r>
          </a:p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pip install -r requirements.txt &amp;&amp; pip install python-pptx</a:t>
            </a:r>
          </a:p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python scripts/install_coverage_validator_permissions.py</a:t>
            </a:r>
          </a:p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cp .env.example .env   # optional, for test plan download</a:t>
            </a:r>
          </a:p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cp …/validator.defaults.example.json .coverage-validator.defaults.json</a:t>
            </a:r>
          </a:p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In Cursor:  /msc-code-coverage-validator MSC-205625</a:t>
            </a:r>
          </a:p>
          <a:p>
            <a:pPr>
              <a:spcAft>
                <a:spcPts val="600"/>
              </a:spcAft>
              <a:defRPr sz="1600">
                <a:solidFill>
                  <a:srgbClr val="0F172A"/>
                </a:solidFill>
              </a:defRPr>
            </a:pPr>
            <a:r>
              <a:t>Generate this deck:  python scripts/generate_coverage_validator_ppt.py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